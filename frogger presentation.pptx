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7" r:id="rId4"/>
    <p:sldId id="266" r:id="rId5"/>
    <p:sldId id="260" r:id="rId6"/>
    <p:sldId id="261" r:id="rId7"/>
    <p:sldId id="262" r:id="rId8"/>
    <p:sldId id="263" r:id="rId9"/>
    <p:sldId id="265" r:id="rId10"/>
    <p:sldId id="269" r:id="rId11"/>
    <p:sldId id="270" r:id="rId12"/>
    <p:sldId id="273" r:id="rId13"/>
    <p:sldId id="274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E9E0"/>
    <a:srgbClr val="F3EAD9"/>
    <a:srgbClr val="9EAD58"/>
    <a:srgbClr val="89CFCE"/>
    <a:srgbClr val="9CAE58"/>
    <a:srgbClr val="91848C"/>
    <a:srgbClr val="4C6B27"/>
    <a:srgbClr val="F9F9F7"/>
    <a:srgbClr val="FF7C80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D42288-34BC-484F-A867-77FDFFE7DD13}" v="5" dt="2025-07-09T09:13:53.8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40" d="100"/>
          <a:sy n="40" d="100"/>
        </p:scale>
        <p:origin x="43" y="5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nial Yassin" userId="ccc55b0bf6134280" providerId="LiveId" clId="{B1D42288-34BC-484F-A867-77FDFFE7DD13}"/>
    <pc:docChg chg="addSld delSld modSld">
      <pc:chgData name="Senial Yassin" userId="ccc55b0bf6134280" providerId="LiveId" clId="{B1D42288-34BC-484F-A867-77FDFFE7DD13}" dt="2025-07-09T09:14:00.640" v="7" actId="47"/>
      <pc:docMkLst>
        <pc:docMk/>
      </pc:docMkLst>
      <pc:sldChg chg="add del setBg">
        <pc:chgData name="Senial Yassin" userId="ccc55b0bf6134280" providerId="LiveId" clId="{B1D42288-34BC-484F-A867-77FDFFE7DD13}" dt="2025-07-09T09:12:44.729" v="2"/>
        <pc:sldMkLst>
          <pc:docMk/>
          <pc:sldMk cId="2482043241" sldId="282"/>
        </pc:sldMkLst>
      </pc:sldChg>
      <pc:sldChg chg="add del">
        <pc:chgData name="Senial Yassin" userId="ccc55b0bf6134280" providerId="LiveId" clId="{B1D42288-34BC-484F-A867-77FDFFE7DD13}" dt="2025-07-09T09:13:53.828" v="6"/>
        <pc:sldMkLst>
          <pc:docMk/>
          <pc:sldMk cId="1559451033" sldId="283"/>
        </pc:sldMkLst>
      </pc:sldChg>
      <pc:sldChg chg="add del setBg">
        <pc:chgData name="Senial Yassin" userId="ccc55b0bf6134280" providerId="LiveId" clId="{B1D42288-34BC-484F-A867-77FDFFE7DD13}" dt="2025-07-09T09:14:00.640" v="7" actId="47"/>
        <pc:sldMkLst>
          <pc:docMk/>
          <pc:sldMk cId="3257495600" sldId="28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B223C8-3E72-4637-AB31-4D8BED58B2C5}" type="doc">
      <dgm:prSet loTypeId="urn:microsoft.com/office/officeart/2008/layout/RadialCluster" loCatId="relationship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L"/>
        </a:p>
      </dgm:t>
    </dgm:pt>
    <dgm:pt modelId="{B556A5C9-03F1-49A5-9367-024D6D7F8D85}">
      <dgm:prSet phldrT="[Text]"/>
      <dgm:spPr/>
      <dgm:t>
        <a:bodyPr/>
        <a:lstStyle/>
        <a:p>
          <a:r>
            <a:rPr lang="he-IL" dirty="0"/>
            <a:t>כרטיס </a:t>
          </a:r>
          <a:r>
            <a:rPr lang="en-US" dirty="0"/>
            <a:t>DE-10</a:t>
          </a:r>
          <a:endParaRPr lang="en-IL" dirty="0"/>
        </a:p>
      </dgm:t>
    </dgm:pt>
    <dgm:pt modelId="{ECA5E379-575E-4C55-90AA-05DCF66BCE6F}" type="parTrans" cxnId="{14818D65-950D-465E-81D8-2A6825F0DB78}">
      <dgm:prSet/>
      <dgm:spPr/>
      <dgm:t>
        <a:bodyPr/>
        <a:lstStyle/>
        <a:p>
          <a:endParaRPr lang="en-IL"/>
        </a:p>
      </dgm:t>
    </dgm:pt>
    <dgm:pt modelId="{21A8862B-8793-4F68-AF7B-1AC1C0A612AA}" type="sibTrans" cxnId="{14818D65-950D-465E-81D8-2A6825F0DB78}">
      <dgm:prSet/>
      <dgm:spPr/>
      <dgm:t>
        <a:bodyPr/>
        <a:lstStyle/>
        <a:p>
          <a:endParaRPr lang="en-IL"/>
        </a:p>
      </dgm:t>
    </dgm:pt>
    <dgm:pt modelId="{690792C4-8707-4EBF-9474-C4437E77A40E}">
      <dgm:prSet phldrT="[Text]"/>
      <dgm:spPr/>
      <dgm:t>
        <a:bodyPr/>
        <a:lstStyle/>
        <a:p>
          <a:r>
            <a:rPr lang="he-IL" dirty="0"/>
            <a:t>מקלדת</a:t>
          </a:r>
          <a:endParaRPr lang="en-IL" dirty="0"/>
        </a:p>
      </dgm:t>
    </dgm:pt>
    <dgm:pt modelId="{0CDC115E-C1E5-4D3C-B044-3DD8E757F9C8}" type="parTrans" cxnId="{58FB24B0-AF64-4907-9A76-EEC0805B8FEA}">
      <dgm:prSet/>
      <dgm:spPr/>
      <dgm:t>
        <a:bodyPr/>
        <a:lstStyle/>
        <a:p>
          <a:endParaRPr lang="en-IL"/>
        </a:p>
      </dgm:t>
    </dgm:pt>
    <dgm:pt modelId="{7CFD47E7-24B1-414C-BA31-4A0E722CA696}" type="sibTrans" cxnId="{58FB24B0-AF64-4907-9A76-EEC0805B8FEA}">
      <dgm:prSet/>
      <dgm:spPr/>
      <dgm:t>
        <a:bodyPr/>
        <a:lstStyle/>
        <a:p>
          <a:endParaRPr lang="en-IL"/>
        </a:p>
      </dgm:t>
    </dgm:pt>
    <dgm:pt modelId="{FE515BAA-1372-4149-9D46-130FE81C8833}">
      <dgm:prSet phldrT="[Text]"/>
      <dgm:spPr/>
      <dgm:t>
        <a:bodyPr/>
        <a:lstStyle/>
        <a:p>
          <a:r>
            <a:rPr lang="en-US" dirty="0"/>
            <a:t>VGA</a:t>
          </a:r>
          <a:endParaRPr lang="en-IL" dirty="0"/>
        </a:p>
      </dgm:t>
    </dgm:pt>
    <dgm:pt modelId="{EA19A13F-6E9A-4EAD-A1F7-4906F1877EED}" type="parTrans" cxnId="{16F334B7-ABB4-42F7-9BEE-E99CA7597799}">
      <dgm:prSet/>
      <dgm:spPr/>
      <dgm:t>
        <a:bodyPr/>
        <a:lstStyle/>
        <a:p>
          <a:endParaRPr lang="en-IL"/>
        </a:p>
      </dgm:t>
    </dgm:pt>
    <dgm:pt modelId="{262471F1-D3D6-4B1E-A954-D02211B77AAF}" type="sibTrans" cxnId="{16F334B7-ABB4-42F7-9BEE-E99CA7597799}">
      <dgm:prSet/>
      <dgm:spPr/>
      <dgm:t>
        <a:bodyPr/>
        <a:lstStyle/>
        <a:p>
          <a:endParaRPr lang="en-IL"/>
        </a:p>
      </dgm:t>
    </dgm:pt>
    <dgm:pt modelId="{7FCA7902-8AED-49D0-B96E-4C101C11EA66}">
      <dgm:prSet phldrT="[Text]"/>
      <dgm:spPr/>
      <dgm:t>
        <a:bodyPr/>
        <a:lstStyle/>
        <a:p>
          <a:r>
            <a:rPr lang="en-IL" dirty="0"/>
            <a:t>speaker</a:t>
          </a:r>
        </a:p>
      </dgm:t>
    </dgm:pt>
    <dgm:pt modelId="{397261B1-3856-46E2-8F35-1D2BA96E23C1}" type="parTrans" cxnId="{A063DE22-59D1-4A60-8A68-A2D70310F568}">
      <dgm:prSet/>
      <dgm:spPr/>
      <dgm:t>
        <a:bodyPr/>
        <a:lstStyle/>
        <a:p>
          <a:endParaRPr lang="en-IL"/>
        </a:p>
      </dgm:t>
    </dgm:pt>
    <dgm:pt modelId="{5BA85637-19CC-4F4B-9A74-3030DFC60DF3}" type="sibTrans" cxnId="{A063DE22-59D1-4A60-8A68-A2D70310F568}">
      <dgm:prSet/>
      <dgm:spPr/>
      <dgm:t>
        <a:bodyPr/>
        <a:lstStyle/>
        <a:p>
          <a:endParaRPr lang="en-IL"/>
        </a:p>
      </dgm:t>
    </dgm:pt>
    <dgm:pt modelId="{01B62902-E054-4A09-B691-7B5F9638269C}" type="pres">
      <dgm:prSet presAssocID="{F9B223C8-3E72-4637-AB31-4D8BED58B2C5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AEB08C98-38CB-4473-BA39-B151D7037961}" type="pres">
      <dgm:prSet presAssocID="{B556A5C9-03F1-49A5-9367-024D6D7F8D85}" presName="singleCycle" presStyleCnt="0"/>
      <dgm:spPr/>
    </dgm:pt>
    <dgm:pt modelId="{D380F2ED-0E9B-4ABF-9217-77E32410E27B}" type="pres">
      <dgm:prSet presAssocID="{B556A5C9-03F1-49A5-9367-024D6D7F8D85}" presName="singleCenter" presStyleLbl="node1" presStyleIdx="0" presStyleCnt="4" custLinFactNeighborX="-258" custLinFactNeighborY="-4899">
        <dgm:presLayoutVars>
          <dgm:chMax val="7"/>
          <dgm:chPref val="7"/>
        </dgm:presLayoutVars>
      </dgm:prSet>
      <dgm:spPr/>
    </dgm:pt>
    <dgm:pt modelId="{7B92CE0D-F4AD-45E9-BBFC-C1C5AE5B7F6F}" type="pres">
      <dgm:prSet presAssocID="{0CDC115E-C1E5-4D3C-B044-3DD8E757F9C8}" presName="Name56" presStyleLbl="parChTrans1D2" presStyleIdx="0" presStyleCnt="3"/>
      <dgm:spPr/>
    </dgm:pt>
    <dgm:pt modelId="{BB072C0D-E7D2-4BE9-8033-3EF2B3BAF6EE}" type="pres">
      <dgm:prSet presAssocID="{690792C4-8707-4EBF-9474-C4437E77A40E}" presName="text0" presStyleLbl="node1" presStyleIdx="1" presStyleCnt="4">
        <dgm:presLayoutVars>
          <dgm:bulletEnabled val="1"/>
        </dgm:presLayoutVars>
      </dgm:prSet>
      <dgm:spPr/>
    </dgm:pt>
    <dgm:pt modelId="{6CA5033C-8444-4A46-B0F9-25D261A066C3}" type="pres">
      <dgm:prSet presAssocID="{EA19A13F-6E9A-4EAD-A1F7-4906F1877EED}" presName="Name56" presStyleLbl="parChTrans1D2" presStyleIdx="1" presStyleCnt="3"/>
      <dgm:spPr/>
    </dgm:pt>
    <dgm:pt modelId="{4569AC6D-6681-4FE4-BCD1-BC6DA82A6942}" type="pres">
      <dgm:prSet presAssocID="{FE515BAA-1372-4149-9D46-130FE81C8833}" presName="text0" presStyleLbl="node1" presStyleIdx="2" presStyleCnt="4" custRadScaleRad="99150" custRadScaleInc="2499">
        <dgm:presLayoutVars>
          <dgm:bulletEnabled val="1"/>
        </dgm:presLayoutVars>
      </dgm:prSet>
      <dgm:spPr/>
    </dgm:pt>
    <dgm:pt modelId="{DEBA78CB-F046-4591-B630-A14DABC41AA8}" type="pres">
      <dgm:prSet presAssocID="{397261B1-3856-46E2-8F35-1D2BA96E23C1}" presName="Name56" presStyleLbl="parChTrans1D2" presStyleIdx="2" presStyleCnt="3"/>
      <dgm:spPr/>
    </dgm:pt>
    <dgm:pt modelId="{F45F87D8-9239-4C0E-BEB8-3B72593596E3}" type="pres">
      <dgm:prSet presAssocID="{7FCA7902-8AED-49D0-B96E-4C101C11EA66}" presName="text0" presStyleLbl="node1" presStyleIdx="3" presStyleCnt="4" custRadScaleRad="99640" custRadScaleInc="-2789">
        <dgm:presLayoutVars>
          <dgm:bulletEnabled val="1"/>
        </dgm:presLayoutVars>
      </dgm:prSet>
      <dgm:spPr/>
    </dgm:pt>
  </dgm:ptLst>
  <dgm:cxnLst>
    <dgm:cxn modelId="{63E38C04-ABC5-47D2-B70F-6B0740B28C0F}" type="presOf" srcId="{F9B223C8-3E72-4637-AB31-4D8BED58B2C5}" destId="{01B62902-E054-4A09-B691-7B5F9638269C}" srcOrd="0" destOrd="0" presId="urn:microsoft.com/office/officeart/2008/layout/RadialCluster"/>
    <dgm:cxn modelId="{A063DE22-59D1-4A60-8A68-A2D70310F568}" srcId="{B556A5C9-03F1-49A5-9367-024D6D7F8D85}" destId="{7FCA7902-8AED-49D0-B96E-4C101C11EA66}" srcOrd="2" destOrd="0" parTransId="{397261B1-3856-46E2-8F35-1D2BA96E23C1}" sibTransId="{5BA85637-19CC-4F4B-9A74-3030DFC60DF3}"/>
    <dgm:cxn modelId="{E147C434-194C-45A0-A90D-254BDC5CCAB5}" type="presOf" srcId="{0CDC115E-C1E5-4D3C-B044-3DD8E757F9C8}" destId="{7B92CE0D-F4AD-45E9-BBFC-C1C5AE5B7F6F}" srcOrd="0" destOrd="0" presId="urn:microsoft.com/office/officeart/2008/layout/RadialCluster"/>
    <dgm:cxn modelId="{31B91237-D0A1-4AAD-97B0-E58F30B5DE45}" type="presOf" srcId="{397261B1-3856-46E2-8F35-1D2BA96E23C1}" destId="{DEBA78CB-F046-4591-B630-A14DABC41AA8}" srcOrd="0" destOrd="0" presId="urn:microsoft.com/office/officeart/2008/layout/RadialCluster"/>
    <dgm:cxn modelId="{14818D65-950D-465E-81D8-2A6825F0DB78}" srcId="{F9B223C8-3E72-4637-AB31-4D8BED58B2C5}" destId="{B556A5C9-03F1-49A5-9367-024D6D7F8D85}" srcOrd="0" destOrd="0" parTransId="{ECA5E379-575E-4C55-90AA-05DCF66BCE6F}" sibTransId="{21A8862B-8793-4F68-AF7B-1AC1C0A612AA}"/>
    <dgm:cxn modelId="{FCCB5247-4A01-4F15-AC75-0E7B81618C6A}" type="presOf" srcId="{FE515BAA-1372-4149-9D46-130FE81C8833}" destId="{4569AC6D-6681-4FE4-BCD1-BC6DA82A6942}" srcOrd="0" destOrd="0" presId="urn:microsoft.com/office/officeart/2008/layout/RadialCluster"/>
    <dgm:cxn modelId="{617F3395-95AB-4E78-B45B-69D6C65F8538}" type="presOf" srcId="{7FCA7902-8AED-49D0-B96E-4C101C11EA66}" destId="{F45F87D8-9239-4C0E-BEB8-3B72593596E3}" srcOrd="0" destOrd="0" presId="urn:microsoft.com/office/officeart/2008/layout/RadialCluster"/>
    <dgm:cxn modelId="{58FB24B0-AF64-4907-9A76-EEC0805B8FEA}" srcId="{B556A5C9-03F1-49A5-9367-024D6D7F8D85}" destId="{690792C4-8707-4EBF-9474-C4437E77A40E}" srcOrd="0" destOrd="0" parTransId="{0CDC115E-C1E5-4D3C-B044-3DD8E757F9C8}" sibTransId="{7CFD47E7-24B1-414C-BA31-4A0E722CA696}"/>
    <dgm:cxn modelId="{16F334B7-ABB4-42F7-9BEE-E99CA7597799}" srcId="{B556A5C9-03F1-49A5-9367-024D6D7F8D85}" destId="{FE515BAA-1372-4149-9D46-130FE81C8833}" srcOrd="1" destOrd="0" parTransId="{EA19A13F-6E9A-4EAD-A1F7-4906F1877EED}" sibTransId="{262471F1-D3D6-4B1E-A954-D02211B77AAF}"/>
    <dgm:cxn modelId="{29B984B9-BEC7-4593-8465-9F673BEB9970}" type="presOf" srcId="{B556A5C9-03F1-49A5-9367-024D6D7F8D85}" destId="{D380F2ED-0E9B-4ABF-9217-77E32410E27B}" srcOrd="0" destOrd="0" presId="urn:microsoft.com/office/officeart/2008/layout/RadialCluster"/>
    <dgm:cxn modelId="{3B57D6F1-1057-4970-A907-D6463789772C}" type="presOf" srcId="{690792C4-8707-4EBF-9474-C4437E77A40E}" destId="{BB072C0D-E7D2-4BE9-8033-3EF2B3BAF6EE}" srcOrd="0" destOrd="0" presId="urn:microsoft.com/office/officeart/2008/layout/RadialCluster"/>
    <dgm:cxn modelId="{2A5E4DF4-659E-408D-9268-9E2979B3146D}" type="presOf" srcId="{EA19A13F-6E9A-4EAD-A1F7-4906F1877EED}" destId="{6CA5033C-8444-4A46-B0F9-25D261A066C3}" srcOrd="0" destOrd="0" presId="urn:microsoft.com/office/officeart/2008/layout/RadialCluster"/>
    <dgm:cxn modelId="{B962A8FE-A05B-4DA8-A3CC-F281D4A0E13A}" type="presParOf" srcId="{01B62902-E054-4A09-B691-7B5F9638269C}" destId="{AEB08C98-38CB-4473-BA39-B151D7037961}" srcOrd="0" destOrd="0" presId="urn:microsoft.com/office/officeart/2008/layout/RadialCluster"/>
    <dgm:cxn modelId="{5B50F932-B80C-425D-9195-C494A27887CE}" type="presParOf" srcId="{AEB08C98-38CB-4473-BA39-B151D7037961}" destId="{D380F2ED-0E9B-4ABF-9217-77E32410E27B}" srcOrd="0" destOrd="0" presId="urn:microsoft.com/office/officeart/2008/layout/RadialCluster"/>
    <dgm:cxn modelId="{658CC667-FDDD-4D24-A5F9-0D386186BEDC}" type="presParOf" srcId="{AEB08C98-38CB-4473-BA39-B151D7037961}" destId="{7B92CE0D-F4AD-45E9-BBFC-C1C5AE5B7F6F}" srcOrd="1" destOrd="0" presId="urn:microsoft.com/office/officeart/2008/layout/RadialCluster"/>
    <dgm:cxn modelId="{D92BCABF-B34B-41D6-BD78-E689798D41DB}" type="presParOf" srcId="{AEB08C98-38CB-4473-BA39-B151D7037961}" destId="{BB072C0D-E7D2-4BE9-8033-3EF2B3BAF6EE}" srcOrd="2" destOrd="0" presId="urn:microsoft.com/office/officeart/2008/layout/RadialCluster"/>
    <dgm:cxn modelId="{516D9D45-BCB1-4F1A-B82D-233B3BA5DF9E}" type="presParOf" srcId="{AEB08C98-38CB-4473-BA39-B151D7037961}" destId="{6CA5033C-8444-4A46-B0F9-25D261A066C3}" srcOrd="3" destOrd="0" presId="urn:microsoft.com/office/officeart/2008/layout/RadialCluster"/>
    <dgm:cxn modelId="{B976DCC3-CB01-4E7A-852B-D73BA1748DB4}" type="presParOf" srcId="{AEB08C98-38CB-4473-BA39-B151D7037961}" destId="{4569AC6D-6681-4FE4-BCD1-BC6DA82A6942}" srcOrd="4" destOrd="0" presId="urn:microsoft.com/office/officeart/2008/layout/RadialCluster"/>
    <dgm:cxn modelId="{66907926-D9C8-4936-8FE3-D7593C1967B0}" type="presParOf" srcId="{AEB08C98-38CB-4473-BA39-B151D7037961}" destId="{DEBA78CB-F046-4591-B630-A14DABC41AA8}" srcOrd="5" destOrd="0" presId="urn:microsoft.com/office/officeart/2008/layout/RadialCluster"/>
    <dgm:cxn modelId="{EE1DEA1F-41CD-4254-8293-4BA10AD53DBA}" type="presParOf" srcId="{AEB08C98-38CB-4473-BA39-B151D7037961}" destId="{F45F87D8-9239-4C0E-BEB8-3B72593596E3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80F2ED-0E9B-4ABF-9217-77E32410E27B}">
      <dsp:nvSpPr>
        <dsp:cNvPr id="0" name=""/>
        <dsp:cNvSpPr/>
      </dsp:nvSpPr>
      <dsp:spPr>
        <a:xfrm>
          <a:off x="3238311" y="2276228"/>
          <a:ext cx="1625600" cy="1625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600" kern="1200" dirty="0"/>
            <a:t>כרטיס </a:t>
          </a:r>
          <a:r>
            <a:rPr lang="en-US" sz="3600" kern="1200" dirty="0"/>
            <a:t>DE-10</a:t>
          </a:r>
          <a:endParaRPr lang="en-IL" sz="3600" kern="1200" dirty="0"/>
        </a:p>
      </dsp:txBody>
      <dsp:txXfrm>
        <a:off x="3317666" y="2355583"/>
        <a:ext cx="1466890" cy="1466890"/>
      </dsp:txXfrm>
    </dsp:sp>
    <dsp:sp modelId="{7B92CE0D-F4AD-45E9-BBFC-C1C5AE5B7F6F}">
      <dsp:nvSpPr>
        <dsp:cNvPr id="0" name=""/>
        <dsp:cNvSpPr/>
      </dsp:nvSpPr>
      <dsp:spPr>
        <a:xfrm rot="16219665">
          <a:off x="3610531" y="1828444"/>
          <a:ext cx="89558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95583" y="0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072C0D-E7D2-4BE9-8033-3EF2B3BAF6EE}">
      <dsp:nvSpPr>
        <dsp:cNvPr id="0" name=""/>
        <dsp:cNvSpPr/>
      </dsp:nvSpPr>
      <dsp:spPr>
        <a:xfrm>
          <a:off x="3519423" y="291507"/>
          <a:ext cx="1089152" cy="1089152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 dirty="0"/>
            <a:t>מקלדת</a:t>
          </a:r>
          <a:endParaRPr lang="en-IL" sz="2400" kern="1200" dirty="0"/>
        </a:p>
      </dsp:txBody>
      <dsp:txXfrm>
        <a:off x="3572591" y="344675"/>
        <a:ext cx="982816" cy="982816"/>
      </dsp:txXfrm>
    </dsp:sp>
    <dsp:sp modelId="{6CA5033C-8444-4A46-B0F9-25D261A066C3}">
      <dsp:nvSpPr>
        <dsp:cNvPr id="0" name=""/>
        <dsp:cNvSpPr/>
      </dsp:nvSpPr>
      <dsp:spPr>
        <a:xfrm rot="2154867">
          <a:off x="4773889" y="3955478"/>
          <a:ext cx="94708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47080" y="0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69AC6D-6681-4FE4-BCD1-BC6DA82A6942}">
      <dsp:nvSpPr>
        <dsp:cNvPr id="0" name=""/>
        <dsp:cNvSpPr/>
      </dsp:nvSpPr>
      <dsp:spPr>
        <a:xfrm>
          <a:off x="5630946" y="4083086"/>
          <a:ext cx="1089152" cy="1089152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360" tIns="86360" rIns="86360" bIns="8636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VGA</a:t>
          </a:r>
          <a:endParaRPr lang="en-IL" sz="3400" kern="1200" dirty="0"/>
        </a:p>
      </dsp:txBody>
      <dsp:txXfrm>
        <a:off x="5684114" y="4136254"/>
        <a:ext cx="982816" cy="982816"/>
      </dsp:txXfrm>
    </dsp:sp>
    <dsp:sp modelId="{DEBA78CB-F046-4591-B630-A14DABC41AA8}">
      <dsp:nvSpPr>
        <dsp:cNvPr id="0" name=""/>
        <dsp:cNvSpPr/>
      </dsp:nvSpPr>
      <dsp:spPr>
        <a:xfrm rot="8616588">
          <a:off x="2400009" y="3963602"/>
          <a:ext cx="92886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28869" y="0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5F87D8-9239-4C0E-BEB8-3B72593596E3}">
      <dsp:nvSpPr>
        <dsp:cNvPr id="0" name=""/>
        <dsp:cNvSpPr/>
      </dsp:nvSpPr>
      <dsp:spPr>
        <a:xfrm>
          <a:off x="1401424" y="4095919"/>
          <a:ext cx="1089152" cy="1089152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2000" kern="1200" dirty="0"/>
            <a:t>speaker</a:t>
          </a:r>
        </a:p>
      </dsp:txBody>
      <dsp:txXfrm>
        <a:off x="1454592" y="4149087"/>
        <a:ext cx="982816" cy="9828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B3F63-2C18-98C3-4634-D11E090E22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33E839-9794-D5F7-AECC-B4D2E7AC2E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F9791-A911-99A5-DBB1-F33C13646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953E4-9939-4F0B-BF6A-BB98485BCE08}" type="datetimeFigureOut">
              <a:rPr lang="en-IL" smtClean="0"/>
              <a:t>09/07/2025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371B5-3621-4666-D899-C6B2F3A36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48E4D-3222-3D04-2CA4-990DF2FA9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E832-3FD1-470B-802E-CD0E9CD6AAE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24369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1A8F8-74D2-650E-0D15-B4FE36993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03451-C920-BB4B-7C35-DAEBEAC9D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78226-2C48-B388-EF2E-3C3F629E7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953E4-9939-4F0B-BF6A-BB98485BCE08}" type="datetimeFigureOut">
              <a:rPr lang="en-IL" smtClean="0"/>
              <a:t>09/07/2025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AD954-964B-FC09-0F41-081A1A048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9F82E-00C0-2E92-E4C9-F34084590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E832-3FD1-470B-802E-CD0E9CD6AAE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03446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5AB3B-3426-AF65-C2E5-059B40235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9AA99E-9BF4-BCD6-489C-8DD45826C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03D63-71E5-410C-3B34-5A8C570FD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953E4-9939-4F0B-BF6A-BB98485BCE08}" type="datetimeFigureOut">
              <a:rPr lang="en-IL" smtClean="0"/>
              <a:t>09/07/2025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CBF66-E626-369F-1551-AC91360DD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E6B8E-B373-1F4D-FB3F-CA24A4399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E832-3FD1-470B-802E-CD0E9CD6AAE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38107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3AB2F-9C3B-8A81-DEB2-628777CFC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489F2-3438-332D-318A-0621F54427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59D087-53FB-C3A2-1798-966AB1249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CA8BF3-56E7-C168-06B1-E83FB6ACE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953E4-9939-4F0B-BF6A-BB98485BCE08}" type="datetimeFigureOut">
              <a:rPr lang="en-IL" smtClean="0"/>
              <a:t>09/07/2025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C513B-D2EB-37F5-9FB3-5CD801A35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AF33B0-38E3-D63F-F4BA-6A8598C64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E832-3FD1-470B-802E-CD0E9CD6AAE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26173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A4B37-7F05-2D20-0481-2F6B5E15D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DD565D-E1FC-CB13-C552-BD39A9F05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B579C-9AA6-FC3C-B650-E8241BB243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D8E6FE-0E2C-D6DB-3938-74C63AE931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B0B716-3743-99B1-2029-B759839FD7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9A8C5D-35C0-6D57-0EDA-72741CD13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953E4-9939-4F0B-BF6A-BB98485BCE08}" type="datetimeFigureOut">
              <a:rPr lang="en-IL" smtClean="0"/>
              <a:t>09/07/2025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F6F575-6B49-FDE9-38EA-75D4E243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9B32D0-8E20-1CA2-752F-9414B3BE3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E832-3FD1-470B-802E-CD0E9CD6AAE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72842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A0E5B-3FD0-DF4A-12AB-80E9A2A5E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DDD641-F8B2-0FBF-7290-A3CD6082F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953E4-9939-4F0B-BF6A-BB98485BCE08}" type="datetimeFigureOut">
              <a:rPr lang="en-IL" smtClean="0"/>
              <a:t>09/07/2025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29F6DE-00BB-94EF-7BC9-DF54F0C63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774F06-E28F-7416-0735-C17DAC5E6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E832-3FD1-470B-802E-CD0E9CD6AAE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00173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6A02E0-40E0-0429-4291-86B1C45D0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953E4-9939-4F0B-BF6A-BB98485BCE08}" type="datetimeFigureOut">
              <a:rPr lang="en-IL" smtClean="0"/>
              <a:t>09/07/2025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61253-BCF7-64F7-B68F-89E971369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FDA1B-46A4-25CF-D7FC-56F82EBA7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E832-3FD1-470B-802E-CD0E9CD6AAE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90753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1AFB2-E703-250B-A583-5E2B157C9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9D40B-1A8B-8EE6-9B6F-F6B453F62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0B40E8-D216-F1CD-241E-9749914A69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739B49-5EB9-842C-6242-6D8FA0626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953E4-9939-4F0B-BF6A-BB98485BCE08}" type="datetimeFigureOut">
              <a:rPr lang="en-IL" smtClean="0"/>
              <a:t>09/07/2025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61496-3641-DEF6-3471-A91745842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AE3A81-FC5A-C6B3-B5E2-D77C70B3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E832-3FD1-470B-802E-CD0E9CD6AAE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31829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01A20-2733-5F97-C6FE-68C37010D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376B63-1569-7415-E1E1-2C9B39056E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CC59B3-E3CB-9717-10F3-40B9006B6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05931-C12F-7F76-AF3C-C0C876180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953E4-9939-4F0B-BF6A-BB98485BCE08}" type="datetimeFigureOut">
              <a:rPr lang="en-IL" smtClean="0"/>
              <a:t>09/07/2025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9954B-0D8D-1819-ADB4-F615E6E5A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BAF2CA-366A-1D7D-A4EE-254007844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E832-3FD1-470B-802E-CD0E9CD6AAE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15759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67747-5DEB-E259-3A18-CF51D1376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B154A0-FE50-36CB-560D-71DDAA077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CCFFF-8AF1-89B8-FEF5-F845986F4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953E4-9939-4F0B-BF6A-BB98485BCE08}" type="datetimeFigureOut">
              <a:rPr lang="en-IL" smtClean="0"/>
              <a:t>09/07/2025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EDCA1-047E-8AF9-6233-5F53674C9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DDA37-6CE0-D7B0-298F-21774564E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E832-3FD1-470B-802E-CD0E9CD6AAE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19129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4DA834-7690-427E-9392-6FC0F8F765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35C2F5-0863-4514-2D28-CFE639B358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94EE4-52AC-02CB-73B6-DB3D96663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953E4-9939-4F0B-BF6A-BB98485BCE08}" type="datetimeFigureOut">
              <a:rPr lang="en-IL" smtClean="0"/>
              <a:t>09/07/2025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64F83-7BF8-695F-E839-BDF12F037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525CC-14FD-A959-2214-A64E7F5C3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E832-3FD1-470B-802E-CD0E9CD6AAE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15116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480EF6-3BF2-BD46-9E12-80B171CB2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CFCBD-1AB2-544D-03AE-46F47AD0B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4CC5F-7DA1-A7BB-C6A0-839DA640E2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3953E4-9939-4F0B-BF6A-BB98485BCE08}" type="datetimeFigureOut">
              <a:rPr lang="en-IL" smtClean="0"/>
              <a:t>09/07/2025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CF2F4-7AEF-8244-BF31-DD6D3139D9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1C13A-FAEE-6526-2C85-C4BC11708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14E832-3FD1-470B-802E-CD0E9CD6AAE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12162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1F568A1-0D39-AD16-2A92-CDD31CF3B4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7983" y="1666767"/>
            <a:ext cx="4406721" cy="1655762"/>
          </a:xfrm>
        </p:spPr>
        <p:txBody>
          <a:bodyPr>
            <a:normAutofit lnSpcReduction="10000"/>
          </a:bodyPr>
          <a:lstStyle/>
          <a:p>
            <a:r>
              <a:rPr lang="he-IL" sz="3200" dirty="0" err="1">
                <a:solidFill>
                  <a:srgbClr val="6D9825"/>
                </a:solidFill>
              </a:rPr>
              <a:t>סיניאל</a:t>
            </a:r>
            <a:r>
              <a:rPr lang="he-IL" sz="3200" dirty="0">
                <a:solidFill>
                  <a:srgbClr val="6D9825"/>
                </a:solidFill>
              </a:rPr>
              <a:t> יאסין</a:t>
            </a:r>
          </a:p>
          <a:p>
            <a:r>
              <a:rPr lang="he-IL" sz="3200" dirty="0">
                <a:solidFill>
                  <a:srgbClr val="6D9825"/>
                </a:solidFill>
              </a:rPr>
              <a:t>יאיר וקס</a:t>
            </a:r>
          </a:p>
          <a:p>
            <a:r>
              <a:rPr lang="he-IL" sz="3200" dirty="0">
                <a:solidFill>
                  <a:srgbClr val="6D9825"/>
                </a:solidFill>
              </a:rPr>
              <a:t>מדריך: לירוי</a:t>
            </a:r>
            <a:endParaRPr lang="en-IL" sz="3200" dirty="0">
              <a:solidFill>
                <a:srgbClr val="6D9825"/>
              </a:solidFill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EBDB6737-BA07-EFCC-64F4-73295F622943}"/>
              </a:ext>
            </a:extLst>
          </p:cNvPr>
          <p:cNvSpPr txBox="1">
            <a:spLocks/>
          </p:cNvSpPr>
          <p:nvPr/>
        </p:nvSpPr>
        <p:spPr>
          <a:xfrm>
            <a:off x="4074018" y="122349"/>
            <a:ext cx="4406721" cy="10947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L" sz="72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innerShdw blurRad="177800">
                    <a:schemeClr val="accent3">
                      <a:lumMod val="50000"/>
                    </a:schemeClr>
                  </a:innerShdw>
                </a:effectLst>
                <a:latin typeface="Algerian" panose="04020705040A02060702" pitchFamily="82" charset="0"/>
              </a:rPr>
              <a:t>Frogger</a:t>
            </a:r>
            <a:endParaRPr lang="he-IL" sz="72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glow rad="101600">
                  <a:schemeClr val="accent3">
                    <a:satMod val="175000"/>
                    <a:alpha val="40000"/>
                  </a:schemeClr>
                </a:glow>
                <a:innerShdw blurRad="177800">
                  <a:schemeClr val="accent3">
                    <a:lumMod val="50000"/>
                  </a:schemeClr>
                </a:innerShdw>
              </a:effectLst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10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7C7CB7B-50B2-B33A-43D6-CF223BE2A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5182" y="233976"/>
            <a:ext cx="5281636" cy="1406360"/>
          </a:xfrm>
        </p:spPr>
        <p:txBody>
          <a:bodyPr>
            <a:noAutofit/>
          </a:bodyPr>
          <a:lstStyle/>
          <a:p>
            <a:pPr algn="ctr" rtl="1"/>
            <a:r>
              <a:rPr lang="he-IL" sz="5400" dirty="0"/>
              <a:t>אפיון הפרויקט</a:t>
            </a:r>
            <a:br>
              <a:rPr lang="he-IL" sz="5400" dirty="0"/>
            </a:br>
            <a:r>
              <a:rPr lang="he-IL" sz="5400" dirty="0"/>
              <a:t>דרישות</a:t>
            </a:r>
            <a:endParaRPr lang="en-IL" sz="5400" dirty="0"/>
          </a:p>
        </p:txBody>
      </p:sp>
      <p:sp>
        <p:nvSpPr>
          <p:cNvPr id="7" name="מציין מיקום תוכן 2">
            <a:extLst>
              <a:ext uri="{FF2B5EF4-FFF2-40B4-BE49-F238E27FC236}">
                <a16:creationId xmlns:a16="http://schemas.microsoft.com/office/drawing/2014/main" id="{CAB999CE-CE25-468C-96A0-4CDDEF8AD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63" y="1971427"/>
            <a:ext cx="5813140" cy="951324"/>
          </a:xfrm>
          <a:noFill/>
        </p:spPr>
        <p:txBody>
          <a:bodyPr>
            <a:normAutofit/>
          </a:bodyPr>
          <a:lstStyle/>
          <a:p>
            <a:pPr algn="just" rtl="1">
              <a:lnSpc>
                <a:spcPct val="145000"/>
              </a:lnSpc>
              <a:buFont typeface="Wingdings" panose="05000000000000000000" pitchFamily="2" charset="2"/>
              <a:buChar char="ü"/>
            </a:pPr>
            <a:r>
              <a:rPr lang="he-IL" sz="2000" dirty="0">
                <a:solidFill>
                  <a:srgbClr val="002060"/>
                </a:solidFill>
                <a:latin typeface="Guttman Hatzvi" panose="02010401010101010101" pitchFamily="2" charset="-79"/>
                <a:cs typeface="Guttman Hatzvi" panose="02010401010101010101" pitchFamily="2" charset="-79"/>
              </a:rPr>
              <a:t>תנועת הצפרדע בכל הכיוונים עם כיוון פנים משתנה.</a:t>
            </a:r>
          </a:p>
        </p:txBody>
      </p:sp>
      <p:sp>
        <p:nvSpPr>
          <p:cNvPr id="8" name="מציין מיקום תוכן 2">
            <a:extLst>
              <a:ext uri="{FF2B5EF4-FFF2-40B4-BE49-F238E27FC236}">
                <a16:creationId xmlns:a16="http://schemas.microsoft.com/office/drawing/2014/main" id="{EA4936CA-2128-0767-26E8-D9301307221A}"/>
              </a:ext>
            </a:extLst>
          </p:cNvPr>
          <p:cNvSpPr txBox="1">
            <a:spLocks/>
          </p:cNvSpPr>
          <p:nvPr/>
        </p:nvSpPr>
        <p:spPr>
          <a:xfrm>
            <a:off x="153564" y="3614152"/>
            <a:ext cx="5745912" cy="1076798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rtl="1">
              <a:lnSpc>
                <a:spcPct val="145000"/>
              </a:lnSpc>
              <a:buFont typeface="Wingdings" panose="05000000000000000000" pitchFamily="2" charset="2"/>
              <a:buChar char="ü"/>
            </a:pPr>
            <a:r>
              <a:rPr lang="he-IL" sz="2000" dirty="0">
                <a:solidFill>
                  <a:srgbClr val="002060"/>
                </a:solidFill>
                <a:latin typeface="Guttman Hatzvi" panose="02010401010101010101" pitchFamily="2" charset="-79"/>
                <a:cs typeface="Guttman Hatzvi" panose="02010401010101010101" pitchFamily="2" charset="-79"/>
              </a:rPr>
              <a:t>מעבר לרמת קושי גבוהה יותר לאחר הגעה לסיום.</a:t>
            </a:r>
          </a:p>
        </p:txBody>
      </p:sp>
      <p:sp>
        <p:nvSpPr>
          <p:cNvPr id="9" name="מציין מיקום תוכן 2">
            <a:extLst>
              <a:ext uri="{FF2B5EF4-FFF2-40B4-BE49-F238E27FC236}">
                <a16:creationId xmlns:a16="http://schemas.microsoft.com/office/drawing/2014/main" id="{8C5EB9F3-F11B-9729-0305-D5FD7996D8B8}"/>
              </a:ext>
            </a:extLst>
          </p:cNvPr>
          <p:cNvSpPr txBox="1">
            <a:spLocks/>
          </p:cNvSpPr>
          <p:nvPr/>
        </p:nvSpPr>
        <p:spPr>
          <a:xfrm>
            <a:off x="2165110" y="4889071"/>
            <a:ext cx="3685504" cy="56881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rtl="1">
              <a:lnSpc>
                <a:spcPct val="145000"/>
              </a:lnSpc>
              <a:buFont typeface="Wingdings" panose="05000000000000000000" pitchFamily="2" charset="2"/>
              <a:buChar char="ü"/>
            </a:pPr>
            <a:r>
              <a:rPr lang="he-IL" sz="2000" dirty="0">
                <a:solidFill>
                  <a:srgbClr val="002060"/>
                </a:solidFill>
                <a:latin typeface="Guttman Hatzvi" panose="02010401010101010101" pitchFamily="2" charset="-79"/>
                <a:cs typeface="Guttman Hatzvi" panose="02010401010101010101" pitchFamily="2" charset="-79"/>
              </a:rPr>
              <a:t>מספר חיים, ניקוד</a:t>
            </a:r>
            <a:r>
              <a:rPr lang="en-IL" sz="2000" dirty="0">
                <a:solidFill>
                  <a:srgbClr val="002060"/>
                </a:solidFill>
                <a:latin typeface="Guttman Hatzvi" panose="02010401010101010101" pitchFamily="2" charset="-79"/>
                <a:cs typeface="Guttman Hatzvi" panose="02010401010101010101" pitchFamily="2" charset="-79"/>
              </a:rPr>
              <a:t>,</a:t>
            </a:r>
            <a:r>
              <a:rPr lang="he-IL" sz="2000" dirty="0">
                <a:solidFill>
                  <a:srgbClr val="002060"/>
                </a:solidFill>
                <a:latin typeface="Guttman Hatzvi" panose="02010401010101010101" pitchFamily="2" charset="-79"/>
                <a:cs typeface="Guttman Hatzvi" panose="02010401010101010101" pitchFamily="2" charset="-79"/>
              </a:rPr>
              <a:t> צלילים.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2CF8F3-E2F7-6DE8-3EE6-3BF66F179DF9}"/>
              </a:ext>
            </a:extLst>
          </p:cNvPr>
          <p:cNvSpPr txBox="1"/>
          <p:nvPr/>
        </p:nvSpPr>
        <p:spPr>
          <a:xfrm>
            <a:off x="-359657" y="3001850"/>
            <a:ext cx="6259132" cy="503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45000"/>
              </a:lnSpc>
              <a:buFont typeface="Wingdings" panose="05000000000000000000" pitchFamily="2" charset="2"/>
              <a:buChar char="ü"/>
            </a:pPr>
            <a:r>
              <a:rPr lang="he-IL" sz="2000" dirty="0">
                <a:solidFill>
                  <a:srgbClr val="002060"/>
                </a:solidFill>
                <a:latin typeface="Guttman Hatzvi" panose="02010401010101010101" pitchFamily="2" charset="-79"/>
                <a:cs typeface="Guttman Hatzvi" panose="02010401010101010101" pitchFamily="2" charset="-79"/>
              </a:rPr>
              <a:t>מימוש הציור של הבולים, הצפרדע והניצחונות</a:t>
            </a:r>
            <a:r>
              <a:rPr lang="en-IL" sz="2000" dirty="0">
                <a:solidFill>
                  <a:srgbClr val="002060"/>
                </a:solidFill>
                <a:latin typeface="Guttman Hatzvi" panose="02010401010101010101" pitchFamily="2" charset="-79"/>
                <a:cs typeface="Guttman Hatzvi" panose="02010401010101010101" pitchFamily="2" charset="-79"/>
              </a:rPr>
              <a:t>.</a:t>
            </a:r>
          </a:p>
        </p:txBody>
      </p:sp>
      <p:sp>
        <p:nvSpPr>
          <p:cNvPr id="12" name="מציין מיקום תוכן 2">
            <a:extLst>
              <a:ext uri="{FF2B5EF4-FFF2-40B4-BE49-F238E27FC236}">
                <a16:creationId xmlns:a16="http://schemas.microsoft.com/office/drawing/2014/main" id="{6DB6FED7-BB10-F0C1-7436-94739C512971}"/>
              </a:ext>
            </a:extLst>
          </p:cNvPr>
          <p:cNvSpPr txBox="1">
            <a:spLocks/>
          </p:cNvSpPr>
          <p:nvPr/>
        </p:nvSpPr>
        <p:spPr>
          <a:xfrm>
            <a:off x="0" y="5457888"/>
            <a:ext cx="5850614" cy="130588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rtl="1">
              <a:lnSpc>
                <a:spcPct val="145000"/>
              </a:lnSpc>
              <a:buFont typeface="Wingdings" panose="05000000000000000000" pitchFamily="2" charset="2"/>
              <a:buChar char="ü"/>
            </a:pPr>
            <a:r>
              <a:rPr lang="he-IL" sz="2000" dirty="0">
                <a:solidFill>
                  <a:srgbClr val="002060"/>
                </a:solidFill>
                <a:latin typeface="Guttman Hatzvi" panose="02010401010101010101" pitchFamily="2" charset="-79"/>
                <a:cs typeface="Guttman Hatzvi" panose="02010401010101010101" pitchFamily="2" charset="-79"/>
              </a:rPr>
              <a:t>זיהוי התנגשות עם גבולות המסך או אזורים מסוכנים (מים)</a:t>
            </a:r>
            <a:r>
              <a:rPr lang="en-IL" sz="2000" dirty="0">
                <a:solidFill>
                  <a:srgbClr val="002060"/>
                </a:solidFill>
                <a:latin typeface="Guttman Hatzvi" panose="02010401010101010101" pitchFamily="2" charset="-79"/>
                <a:cs typeface="Guttman Hatzvi" panose="02010401010101010101" pitchFamily="2" charset="-79"/>
              </a:rPr>
              <a:t>,</a:t>
            </a:r>
            <a:r>
              <a:rPr lang="he-IL" sz="2000" dirty="0">
                <a:solidFill>
                  <a:srgbClr val="002060"/>
                </a:solidFill>
                <a:latin typeface="Guttman Hatzvi" panose="02010401010101010101" pitchFamily="2" charset="-79"/>
                <a:cs typeface="Guttman Hatzvi" panose="02010401010101010101" pitchFamily="2" charset="-79"/>
              </a:rPr>
              <a:t> כולל זיהוי עמידה על בול עץ, תנועה יחד איתם.</a:t>
            </a:r>
          </a:p>
        </p:txBody>
      </p:sp>
    </p:spTree>
    <p:extLst>
      <p:ext uri="{BB962C8B-B14F-4D97-AF65-F5344CB8AC3E}">
        <p14:creationId xmlns:p14="http://schemas.microsoft.com/office/powerpoint/2010/main" val="780164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67E9F8-B43E-1842-0F31-C59E9DBB7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69385DC-3A2E-3217-8055-12AE60D63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5182" y="233976"/>
            <a:ext cx="5281636" cy="1406360"/>
          </a:xfrm>
        </p:spPr>
        <p:txBody>
          <a:bodyPr>
            <a:noAutofit/>
          </a:bodyPr>
          <a:lstStyle/>
          <a:p>
            <a:pPr algn="ctr" rtl="1"/>
            <a:r>
              <a:rPr lang="he-IL" sz="5400" dirty="0"/>
              <a:t>אפיון הפרויקט</a:t>
            </a:r>
            <a:br>
              <a:rPr lang="he-IL" sz="5400" dirty="0"/>
            </a:br>
            <a:r>
              <a:rPr lang="he-IL" sz="5400" dirty="0"/>
              <a:t>יצירה</a:t>
            </a:r>
            <a:endParaRPr lang="en-IL" sz="5400" dirty="0"/>
          </a:p>
        </p:txBody>
      </p:sp>
      <p:sp>
        <p:nvSpPr>
          <p:cNvPr id="7" name="מציין מיקום תוכן 2">
            <a:extLst>
              <a:ext uri="{FF2B5EF4-FFF2-40B4-BE49-F238E27FC236}">
                <a16:creationId xmlns:a16="http://schemas.microsoft.com/office/drawing/2014/main" id="{B62983FE-0170-F4F4-133D-7394957A5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933" y="1971427"/>
            <a:ext cx="3481769" cy="568817"/>
          </a:xfrm>
          <a:noFill/>
        </p:spPr>
        <p:txBody>
          <a:bodyPr>
            <a:normAutofit/>
          </a:bodyPr>
          <a:lstStyle/>
          <a:p>
            <a:pPr algn="just" rtl="1">
              <a:lnSpc>
                <a:spcPct val="145000"/>
              </a:lnSpc>
              <a:buFont typeface="Wingdings" panose="05000000000000000000" pitchFamily="2" charset="2"/>
              <a:buChar char="ü"/>
            </a:pPr>
            <a:r>
              <a:rPr lang="he-IL" sz="2000" dirty="0">
                <a:solidFill>
                  <a:srgbClr val="002060"/>
                </a:solidFill>
                <a:latin typeface="Guttman Hatzvi" panose="02010401010101010101" pitchFamily="2" charset="-79"/>
                <a:cs typeface="Guttman Hatzvi" panose="02010401010101010101" pitchFamily="2" charset="-79"/>
              </a:rPr>
              <a:t>מהירות הולכת וגוברת.</a:t>
            </a:r>
          </a:p>
        </p:txBody>
      </p:sp>
      <p:sp>
        <p:nvSpPr>
          <p:cNvPr id="8" name="מציין מיקום תוכן 2">
            <a:extLst>
              <a:ext uri="{FF2B5EF4-FFF2-40B4-BE49-F238E27FC236}">
                <a16:creationId xmlns:a16="http://schemas.microsoft.com/office/drawing/2014/main" id="{A5761778-8341-C82E-772C-321B2AB7E188}"/>
              </a:ext>
            </a:extLst>
          </p:cNvPr>
          <p:cNvSpPr txBox="1">
            <a:spLocks/>
          </p:cNvSpPr>
          <p:nvPr/>
        </p:nvSpPr>
        <p:spPr>
          <a:xfrm>
            <a:off x="220790" y="2734651"/>
            <a:ext cx="5745912" cy="158310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rtl="1">
              <a:lnSpc>
                <a:spcPct val="145000"/>
              </a:lnSpc>
              <a:buFont typeface="Wingdings" panose="05000000000000000000" pitchFamily="2" charset="2"/>
              <a:buChar char="ü"/>
            </a:pPr>
            <a:r>
              <a:rPr lang="he-IL" sz="2000" dirty="0">
                <a:solidFill>
                  <a:srgbClr val="002060"/>
                </a:solidFill>
                <a:latin typeface="Guttman Hatzvi" panose="02010401010101010101" pitchFamily="2" charset="-79"/>
                <a:cs typeface="Guttman Hatzvi" panose="02010401010101010101" pitchFamily="2" charset="-79"/>
              </a:rPr>
              <a:t>בכל פעם שמגיעים לאחד מ 5 הריבועים שבמעלה המסך</a:t>
            </a:r>
            <a:r>
              <a:rPr lang="en-US" sz="2000" dirty="0">
                <a:solidFill>
                  <a:srgbClr val="002060"/>
                </a:solidFill>
                <a:latin typeface="Guttman Hatzvi" panose="02010401010101010101" pitchFamily="2" charset="-79"/>
                <a:cs typeface="Guttman Hatzvi" panose="02010401010101010101" pitchFamily="2" charset="-79"/>
              </a:rPr>
              <a:t>,</a:t>
            </a:r>
            <a:r>
              <a:rPr lang="he-IL" sz="2000" dirty="0">
                <a:solidFill>
                  <a:srgbClr val="002060"/>
                </a:solidFill>
                <a:latin typeface="Guttman Hatzvi" panose="02010401010101010101" pitchFamily="2" charset="-79"/>
                <a:cs typeface="Guttman Hatzvi" panose="02010401010101010101" pitchFamily="2" charset="-79"/>
              </a:rPr>
              <a:t> נתפוס את הריבוע ונצייר צפרדע עומדת בריבוע ונעלה שלב.</a:t>
            </a:r>
          </a:p>
        </p:txBody>
      </p:sp>
      <p:sp>
        <p:nvSpPr>
          <p:cNvPr id="9" name="מציין מיקום תוכן 2">
            <a:extLst>
              <a:ext uri="{FF2B5EF4-FFF2-40B4-BE49-F238E27FC236}">
                <a16:creationId xmlns:a16="http://schemas.microsoft.com/office/drawing/2014/main" id="{869B52D1-7418-A329-2C16-615C4F18D7C0}"/>
              </a:ext>
            </a:extLst>
          </p:cNvPr>
          <p:cNvSpPr txBox="1">
            <a:spLocks/>
          </p:cNvSpPr>
          <p:nvPr/>
        </p:nvSpPr>
        <p:spPr>
          <a:xfrm>
            <a:off x="153563" y="4970054"/>
            <a:ext cx="5745912" cy="89327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rtl="1">
              <a:lnSpc>
                <a:spcPct val="145000"/>
              </a:lnSpc>
              <a:buFont typeface="Wingdings" panose="05000000000000000000" pitchFamily="2" charset="2"/>
              <a:buChar char="ü"/>
            </a:pPr>
            <a:r>
              <a:rPr lang="he-IL" sz="2000" dirty="0">
                <a:solidFill>
                  <a:srgbClr val="002060"/>
                </a:solidFill>
                <a:latin typeface="Guttman Hatzvi" panose="02010401010101010101" pitchFamily="2" charset="-79"/>
                <a:cs typeface="Guttman Hatzvi" panose="02010401010101010101" pitchFamily="2" charset="-79"/>
              </a:rPr>
              <a:t>בשלב האחרון הוספת מתנה על הגביש</a:t>
            </a:r>
            <a:r>
              <a:rPr lang="en-US" sz="2000" dirty="0">
                <a:solidFill>
                  <a:srgbClr val="002060"/>
                </a:solidFill>
                <a:latin typeface="Guttman Hatzvi" panose="02010401010101010101" pitchFamily="2" charset="-79"/>
                <a:cs typeface="Guttman Hatzvi" panose="02010401010101010101" pitchFamily="2" charset="-79"/>
              </a:rPr>
              <a:t>,</a:t>
            </a:r>
            <a:r>
              <a:rPr lang="he-IL" sz="2000" dirty="0">
                <a:solidFill>
                  <a:srgbClr val="002060"/>
                </a:solidFill>
                <a:latin typeface="Guttman Hatzvi" panose="02010401010101010101" pitchFamily="2" charset="-79"/>
                <a:cs typeface="Guttman Hatzvi" panose="02010401010101010101" pitchFamily="2" charset="-79"/>
              </a:rPr>
              <a:t> שמוסיפה חיים</a:t>
            </a:r>
          </a:p>
        </p:txBody>
      </p:sp>
    </p:spTree>
    <p:extLst>
      <p:ext uri="{BB962C8B-B14F-4D97-AF65-F5344CB8AC3E}">
        <p14:creationId xmlns:p14="http://schemas.microsoft.com/office/powerpoint/2010/main" val="640600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CC94E6-7669-FA58-13BA-03F6D3E6F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0D919-F3A3-717B-DC0C-B23334049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ממשקי המערכת</a:t>
            </a:r>
            <a:endParaRPr lang="en-IL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8D63B99-071B-4CF3-F8E1-A542BF19BBED}"/>
              </a:ext>
            </a:extLst>
          </p:cNvPr>
          <p:cNvGraphicFramePr/>
          <p:nvPr/>
        </p:nvGraphicFramePr>
        <p:xfrm>
          <a:off x="-1129763" y="809819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79430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 shot of a game&#10;&#10;AI-generated content may be incorrect.">
            <a:extLst>
              <a:ext uri="{FF2B5EF4-FFF2-40B4-BE49-F238E27FC236}">
                <a16:creationId xmlns:a16="http://schemas.microsoft.com/office/drawing/2014/main" id="{4309C6A6-5F52-8163-59CD-7D4673B9ED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111" y="1612415"/>
            <a:ext cx="9108811" cy="51123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7E9BBE-3307-B3A7-FCE7-612C56962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תמונות של מסכי המשחק</a:t>
            </a:r>
            <a:endParaRPr lang="en-IL" dirty="0"/>
          </a:p>
        </p:txBody>
      </p:sp>
      <p:pic>
        <p:nvPicPr>
          <p:cNvPr id="6" name="Picture 5" descr="A cartoon of a frog&#10;&#10;AI-generated content may be incorrect.">
            <a:extLst>
              <a:ext uri="{FF2B5EF4-FFF2-40B4-BE49-F238E27FC236}">
                <a16:creationId xmlns:a16="http://schemas.microsoft.com/office/drawing/2014/main" id="{6E7CEF6A-E67F-6C50-DF06-63FF5663854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7"/>
              </a:clrFrom>
              <a:clrTo>
                <a:srgbClr val="F9F9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17" t="6215" r="17534" b="6779"/>
          <a:stretch>
            <a:fillRect/>
          </a:stretch>
        </p:blipFill>
        <p:spPr>
          <a:xfrm>
            <a:off x="-6979" y="-36197"/>
            <a:ext cx="2945624" cy="217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934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DE3862-3CA8-3B43-0141-880EF9D06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7F194-C2CA-2221-399D-A4C5F893E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תמונות של מסכי המשחק</a:t>
            </a:r>
            <a:endParaRPr lang="en-IL" dirty="0"/>
          </a:p>
        </p:txBody>
      </p:sp>
      <p:pic>
        <p:nvPicPr>
          <p:cNvPr id="8" name="Picture 7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CF05CD43-1815-4696-600F-168C683E9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1768" y="1690688"/>
            <a:ext cx="8943708" cy="5075554"/>
          </a:xfrm>
          <a:prstGeom prst="rect">
            <a:avLst/>
          </a:prstGeom>
        </p:spPr>
      </p:pic>
      <p:pic>
        <p:nvPicPr>
          <p:cNvPr id="3" name="Picture 2" descr="A cartoon of a frog&#10;&#10;AI-generated content may be incorrect.">
            <a:extLst>
              <a:ext uri="{FF2B5EF4-FFF2-40B4-BE49-F238E27FC236}">
                <a16:creationId xmlns:a16="http://schemas.microsoft.com/office/drawing/2014/main" id="{421626DB-B725-F861-A2DE-6462FFE5235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7"/>
              </a:clrFrom>
              <a:clrTo>
                <a:srgbClr val="F9F9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17" t="6215" r="17534" b="6779"/>
          <a:stretch>
            <a:fillRect/>
          </a:stretch>
        </p:blipFill>
        <p:spPr>
          <a:xfrm>
            <a:off x="-6979" y="-36197"/>
            <a:ext cx="2945624" cy="217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493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F2BB99-F428-9333-2ACB-6EF4D8C4F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B68E2-D81F-2D66-072F-17D281E51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תמונות של מסכי המשחק</a:t>
            </a:r>
            <a:endParaRPr lang="en-IL" dirty="0"/>
          </a:p>
        </p:txBody>
      </p:sp>
      <p:pic>
        <p:nvPicPr>
          <p:cNvPr id="8" name="Picture 7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4FE85D16-35F4-3862-D69A-6A24376FC2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773" y="1657532"/>
            <a:ext cx="9145685" cy="5167312"/>
          </a:xfrm>
          <a:prstGeom prst="rect">
            <a:avLst/>
          </a:prstGeom>
        </p:spPr>
      </p:pic>
      <p:pic>
        <p:nvPicPr>
          <p:cNvPr id="3" name="Picture 2" descr="A cartoon of a frog&#10;&#10;AI-generated content may be incorrect.">
            <a:extLst>
              <a:ext uri="{FF2B5EF4-FFF2-40B4-BE49-F238E27FC236}">
                <a16:creationId xmlns:a16="http://schemas.microsoft.com/office/drawing/2014/main" id="{F993FA38-E3A4-E2FE-D007-C66254B2C12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7"/>
              </a:clrFrom>
              <a:clrTo>
                <a:srgbClr val="F9F9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17" t="6215" r="17534" b="6779"/>
          <a:stretch>
            <a:fillRect/>
          </a:stretch>
        </p:blipFill>
        <p:spPr>
          <a:xfrm>
            <a:off x="-6979" y="-36197"/>
            <a:ext cx="2945624" cy="217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447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85F5C1-3550-1419-3EB9-5BFF41E80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CAC2B-FAD2-4EE3-A26F-9FA092DA9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תמונות של מסכי המשחק</a:t>
            </a:r>
            <a:endParaRPr lang="en-IL" dirty="0"/>
          </a:p>
        </p:txBody>
      </p:sp>
      <p:pic>
        <p:nvPicPr>
          <p:cNvPr id="5" name="Picture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FDE32E24-4CCF-1682-F321-15ABADAAE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084" y="1690688"/>
            <a:ext cx="8878856" cy="5105342"/>
          </a:xfrm>
          <a:prstGeom prst="rect">
            <a:avLst/>
          </a:prstGeom>
        </p:spPr>
      </p:pic>
      <p:pic>
        <p:nvPicPr>
          <p:cNvPr id="3" name="Picture 2" descr="A cartoon of a frog&#10;&#10;AI-generated content may be incorrect.">
            <a:extLst>
              <a:ext uri="{FF2B5EF4-FFF2-40B4-BE49-F238E27FC236}">
                <a16:creationId xmlns:a16="http://schemas.microsoft.com/office/drawing/2014/main" id="{83057555-E791-2F41-549B-92A808A1B93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7"/>
              </a:clrFrom>
              <a:clrTo>
                <a:srgbClr val="F9F9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17" t="6215" r="17534" b="6779"/>
          <a:stretch>
            <a:fillRect/>
          </a:stretch>
        </p:blipFill>
        <p:spPr>
          <a:xfrm>
            <a:off x="-6979" y="-36197"/>
            <a:ext cx="2945624" cy="217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992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cartoon of a frog&#10;&#10;AI-generated content may be incorrect.">
            <a:extLst>
              <a:ext uri="{FF2B5EF4-FFF2-40B4-BE49-F238E27FC236}">
                <a16:creationId xmlns:a16="http://schemas.microsoft.com/office/drawing/2014/main" id="{32C2997A-2D9D-5F9C-22B2-09FAD8D849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61" r="9614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63CBF5-FB2F-22DE-BC91-F62472D1F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888" y="1571223"/>
            <a:ext cx="2901773" cy="4321119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2B38DAE-2285-5E14-2828-B1591D447BEF}"/>
              </a:ext>
            </a:extLst>
          </p:cNvPr>
          <p:cNvSpPr/>
          <p:nvPr/>
        </p:nvSpPr>
        <p:spPr>
          <a:xfrm>
            <a:off x="1906073" y="3638281"/>
            <a:ext cx="579549" cy="521595"/>
          </a:xfrm>
          <a:prstGeom prst="roundRect">
            <a:avLst/>
          </a:prstGeom>
          <a:noFill/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8B112D3-9475-E912-75BE-2005743F8BE5}"/>
              </a:ext>
            </a:extLst>
          </p:cNvPr>
          <p:cNvSpPr/>
          <p:nvPr/>
        </p:nvSpPr>
        <p:spPr>
          <a:xfrm>
            <a:off x="2541497" y="3024389"/>
            <a:ext cx="579549" cy="521595"/>
          </a:xfrm>
          <a:prstGeom prst="roundRect">
            <a:avLst/>
          </a:prstGeom>
          <a:noFill/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C9C68A0-C4CB-B2E1-F851-269F9233A31F}"/>
              </a:ext>
            </a:extLst>
          </p:cNvPr>
          <p:cNvSpPr/>
          <p:nvPr/>
        </p:nvSpPr>
        <p:spPr>
          <a:xfrm>
            <a:off x="3173969" y="3631841"/>
            <a:ext cx="579549" cy="521595"/>
          </a:xfrm>
          <a:prstGeom prst="roundRect">
            <a:avLst/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27E5668-9685-60A8-7316-479A2006C05C}"/>
              </a:ext>
            </a:extLst>
          </p:cNvPr>
          <p:cNvSpPr/>
          <p:nvPr/>
        </p:nvSpPr>
        <p:spPr>
          <a:xfrm>
            <a:off x="2562225" y="4247880"/>
            <a:ext cx="579549" cy="521595"/>
          </a:xfrm>
          <a:prstGeom prst="roundRect">
            <a:avLst/>
          </a:prstGeom>
          <a:noFill/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F93AF3-5C6E-419B-8251-1FF3E8225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714" y="205328"/>
            <a:ext cx="4620584" cy="7603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 err="1"/>
              <a:t>הוראות</a:t>
            </a:r>
            <a:r>
              <a:rPr lang="en-US" dirty="0"/>
              <a:t> </a:t>
            </a:r>
            <a:r>
              <a:rPr lang="en-US" dirty="0" err="1"/>
              <a:t>הפעולה</a:t>
            </a:r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155498D-52B7-4D7B-9BCA-27FA159285D3}"/>
              </a:ext>
            </a:extLst>
          </p:cNvPr>
          <p:cNvSpPr/>
          <p:nvPr/>
        </p:nvSpPr>
        <p:spPr>
          <a:xfrm>
            <a:off x="3785714" y="4247880"/>
            <a:ext cx="579549" cy="1161247"/>
          </a:xfrm>
          <a:prstGeom prst="roundRect">
            <a:avLst/>
          </a:prstGeom>
          <a:noFill/>
          <a:ln w="38100">
            <a:solidFill>
              <a:srgbClr val="FF5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1CADF80-2408-BA34-E965-952FE31A77E8}"/>
              </a:ext>
            </a:extLst>
          </p:cNvPr>
          <p:cNvSpPr/>
          <p:nvPr/>
        </p:nvSpPr>
        <p:spPr>
          <a:xfrm>
            <a:off x="2149160" y="5973642"/>
            <a:ext cx="1636554" cy="727919"/>
          </a:xfrm>
          <a:prstGeom prst="roundRect">
            <a:avLst/>
          </a:prstGeom>
          <a:noFill/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הזזת צפרדע למטה</a:t>
            </a:r>
            <a:endParaRPr lang="en-IL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A60C864-DA99-AB1C-F975-F72E6BDEB706}"/>
              </a:ext>
            </a:extLst>
          </p:cNvPr>
          <p:cNvCxnSpPr>
            <a:stCxn id="12" idx="2"/>
            <a:endCxn id="3" idx="0"/>
          </p:cNvCxnSpPr>
          <p:nvPr/>
        </p:nvCxnSpPr>
        <p:spPr>
          <a:xfrm>
            <a:off x="2852000" y="4769475"/>
            <a:ext cx="115437" cy="1204167"/>
          </a:xfrm>
          <a:prstGeom prst="straightConnector1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01CC36E-DC68-E58D-8468-42AB52F68B7D}"/>
              </a:ext>
            </a:extLst>
          </p:cNvPr>
          <p:cNvSpPr/>
          <p:nvPr/>
        </p:nvSpPr>
        <p:spPr>
          <a:xfrm>
            <a:off x="62243" y="3519961"/>
            <a:ext cx="1550172" cy="727919"/>
          </a:xfrm>
          <a:prstGeom prst="roundRect">
            <a:avLst/>
          </a:prstGeom>
          <a:noFill/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20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הזזת צפרדע שמאלה</a:t>
            </a:r>
            <a:endParaRPr lang="en-IL" sz="20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A4AAA58-D3D9-87B4-3C34-14F2A43B1244}"/>
              </a:ext>
            </a:extLst>
          </p:cNvPr>
          <p:cNvSpPr/>
          <p:nvPr/>
        </p:nvSpPr>
        <p:spPr>
          <a:xfrm>
            <a:off x="2323497" y="642349"/>
            <a:ext cx="1636554" cy="727919"/>
          </a:xfrm>
          <a:prstGeom prst="roundRect">
            <a:avLst/>
          </a:prstGeom>
          <a:noFill/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הזזת צפרדע למעלה</a:t>
            </a:r>
            <a:endParaRPr lang="en-IL" sz="2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948AEC9-60BA-8158-63CB-5491271AC8A1}"/>
              </a:ext>
            </a:extLst>
          </p:cNvPr>
          <p:cNvSpPr/>
          <p:nvPr/>
        </p:nvSpPr>
        <p:spPr>
          <a:xfrm>
            <a:off x="5021359" y="3431957"/>
            <a:ext cx="1636554" cy="727919"/>
          </a:xfrm>
          <a:prstGeom prst="roundRect">
            <a:avLst/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הזזת צפרדע ימינה</a:t>
            </a:r>
            <a:endParaRPr lang="en-IL" sz="20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8D0E71A-104C-6756-247C-57F31B935373}"/>
              </a:ext>
            </a:extLst>
          </p:cNvPr>
          <p:cNvCxnSpPr>
            <a:stCxn id="10" idx="3"/>
            <a:endCxn id="16" idx="1"/>
          </p:cNvCxnSpPr>
          <p:nvPr/>
        </p:nvCxnSpPr>
        <p:spPr>
          <a:xfrm flipV="1">
            <a:off x="3753518" y="3795917"/>
            <a:ext cx="1267841" cy="96722"/>
          </a:xfrm>
          <a:prstGeom prst="straightConnector1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33D3E80-3C76-BBBF-20DC-890282001B22}"/>
              </a:ext>
            </a:extLst>
          </p:cNvPr>
          <p:cNvCxnSpPr>
            <a:stCxn id="8" idx="1"/>
            <a:endCxn id="14" idx="3"/>
          </p:cNvCxnSpPr>
          <p:nvPr/>
        </p:nvCxnSpPr>
        <p:spPr>
          <a:xfrm flipH="1" flipV="1">
            <a:off x="1612415" y="3883921"/>
            <a:ext cx="293658" cy="15158"/>
          </a:xfrm>
          <a:prstGeom prst="straightConnector1">
            <a:avLst/>
          </a:prstGeom>
          <a:ln w="38100"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EBC0737-4625-170F-940E-1189FF0EE2CD}"/>
              </a:ext>
            </a:extLst>
          </p:cNvPr>
          <p:cNvCxnSpPr>
            <a:stCxn id="9" idx="0"/>
            <a:endCxn id="15" idx="2"/>
          </p:cNvCxnSpPr>
          <p:nvPr/>
        </p:nvCxnSpPr>
        <p:spPr>
          <a:xfrm flipV="1">
            <a:off x="2831272" y="1370268"/>
            <a:ext cx="310502" cy="1654121"/>
          </a:xfrm>
          <a:prstGeom prst="straightConnector1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33A84F6-602F-084D-E532-BD4D47106E2A}"/>
              </a:ext>
            </a:extLst>
          </p:cNvPr>
          <p:cNvSpPr/>
          <p:nvPr/>
        </p:nvSpPr>
        <p:spPr>
          <a:xfrm>
            <a:off x="5236601" y="5371558"/>
            <a:ext cx="2496562" cy="115626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2000" b="1" dirty="0">
                <a:solidFill>
                  <a:srgbClr val="FF0000"/>
                </a:solidFill>
              </a:rPr>
              <a:t>התחלת משחק- או בהתחלה או אחרי הפסד או ניצחון</a:t>
            </a:r>
            <a:endParaRPr lang="en-IL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285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749C2F-DDEE-A0B8-E016-C129A1C12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804E8-B83F-B7F8-F4E9-E938A9EB2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תמונות של מסכי המשחק</a:t>
            </a:r>
            <a:endParaRPr lang="en-IL" dirty="0"/>
          </a:p>
        </p:txBody>
      </p:sp>
      <p:pic>
        <p:nvPicPr>
          <p:cNvPr id="6" name="Picture 5" descr="A cartoon of a frog&#10;&#10;AI-generated content may be incorrect.">
            <a:extLst>
              <a:ext uri="{FF2B5EF4-FFF2-40B4-BE49-F238E27FC236}">
                <a16:creationId xmlns:a16="http://schemas.microsoft.com/office/drawing/2014/main" id="{1EC381E1-B5A4-379D-13B8-CA44FDD9002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9F9F7"/>
              </a:clrFrom>
              <a:clrTo>
                <a:srgbClr val="F9F9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17" t="6215" r="17534" b="6779"/>
          <a:stretch>
            <a:fillRect/>
          </a:stretch>
        </p:blipFill>
        <p:spPr>
          <a:xfrm>
            <a:off x="0" y="-15257"/>
            <a:ext cx="3841313" cy="2838590"/>
          </a:xfrm>
          <a:prstGeom prst="rect">
            <a:avLst/>
          </a:prstGeom>
        </p:spPr>
      </p:pic>
      <p:grpSp>
        <p:nvGrpSpPr>
          <p:cNvPr id="3" name="קבוצה 45">
            <a:extLst>
              <a:ext uri="{FF2B5EF4-FFF2-40B4-BE49-F238E27FC236}">
                <a16:creationId xmlns:a16="http://schemas.microsoft.com/office/drawing/2014/main" id="{DF942E8E-00D1-69E8-E9CE-D7E4A151001D}"/>
              </a:ext>
            </a:extLst>
          </p:cNvPr>
          <p:cNvGrpSpPr/>
          <p:nvPr/>
        </p:nvGrpSpPr>
        <p:grpSpPr>
          <a:xfrm>
            <a:off x="393374" y="2427845"/>
            <a:ext cx="11328362" cy="4350617"/>
            <a:chOff x="289966" y="1526460"/>
            <a:chExt cx="12225530" cy="5135702"/>
          </a:xfrm>
        </p:grpSpPr>
        <p:sp>
          <p:nvSpPr>
            <p:cNvPr id="4" name="מלבן 47">
              <a:extLst>
                <a:ext uri="{FF2B5EF4-FFF2-40B4-BE49-F238E27FC236}">
                  <a16:creationId xmlns:a16="http://schemas.microsoft.com/office/drawing/2014/main" id="{F042AD28-416B-2DA6-9FFC-5D90DE57CF7A}"/>
                </a:ext>
              </a:extLst>
            </p:cNvPr>
            <p:cNvSpPr/>
            <p:nvPr/>
          </p:nvSpPr>
          <p:spPr>
            <a:xfrm>
              <a:off x="289966" y="2073889"/>
              <a:ext cx="1078030" cy="117588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600" dirty="0">
                  <a:solidFill>
                    <a:prstClr val="white"/>
                  </a:solidFill>
                  <a:latin typeface="Century Gothic" panose="020B0502020202020204" pitchFamily="34" charset="0"/>
                </a:rPr>
                <a:t>KBD</a:t>
              </a:r>
              <a:endParaRPr lang="he-IL" sz="1600" dirty="0">
                <a:solidFill>
                  <a:prstClr val="white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5" name="מלבן 48">
              <a:extLst>
                <a:ext uri="{FF2B5EF4-FFF2-40B4-BE49-F238E27FC236}">
                  <a16:creationId xmlns:a16="http://schemas.microsoft.com/office/drawing/2014/main" id="{FD91F054-E6FB-9195-A0D5-6E75B89F0DB1}"/>
                </a:ext>
              </a:extLst>
            </p:cNvPr>
            <p:cNvSpPr/>
            <p:nvPr/>
          </p:nvSpPr>
          <p:spPr>
            <a:xfrm>
              <a:off x="350406" y="4404012"/>
              <a:ext cx="1882886" cy="117588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600" dirty="0">
                  <a:latin typeface="Century Gothic" panose="020B0502020202020204" pitchFamily="34" charset="0"/>
                </a:rPr>
                <a:t>Game </a:t>
              </a:r>
              <a:r>
                <a:rPr lang="en-US" sz="1600" dirty="0" err="1">
                  <a:latin typeface="Century Gothic" panose="020B0502020202020204" pitchFamily="34" charset="0"/>
                </a:rPr>
                <a:t>cotroller</a:t>
              </a:r>
              <a:endParaRPr lang="he-IL" sz="1600" dirty="0">
                <a:latin typeface="Century Gothic" panose="020B0502020202020204" pitchFamily="34" charset="0"/>
              </a:endParaRPr>
            </a:p>
          </p:txBody>
        </p:sp>
        <p:sp>
          <p:nvSpPr>
            <p:cNvPr id="7" name="מלבן 49">
              <a:extLst>
                <a:ext uri="{FF2B5EF4-FFF2-40B4-BE49-F238E27FC236}">
                  <a16:creationId xmlns:a16="http://schemas.microsoft.com/office/drawing/2014/main" id="{A6FCB9BC-B902-ED41-A807-012438422EFC}"/>
                </a:ext>
              </a:extLst>
            </p:cNvPr>
            <p:cNvSpPr/>
            <p:nvPr/>
          </p:nvSpPr>
          <p:spPr>
            <a:xfrm>
              <a:off x="11234708" y="3008796"/>
              <a:ext cx="1280788" cy="75744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600" dirty="0">
                  <a:latin typeface="Century Gothic" panose="020B0502020202020204" pitchFamily="34" charset="0"/>
                </a:rPr>
                <a:t>VGA-screen</a:t>
              </a:r>
              <a:endParaRPr lang="he-IL" sz="1600" dirty="0">
                <a:latin typeface="Century Gothic" panose="020B0502020202020204" pitchFamily="34" charset="0"/>
              </a:endParaRPr>
            </a:p>
          </p:txBody>
        </p:sp>
        <p:sp>
          <p:nvSpPr>
            <p:cNvPr id="9" name="מלבן 51">
              <a:extLst>
                <a:ext uri="{FF2B5EF4-FFF2-40B4-BE49-F238E27FC236}">
                  <a16:creationId xmlns:a16="http://schemas.microsoft.com/office/drawing/2014/main" id="{C7A0B368-23A7-7A7D-37E8-008E5896E7EA}"/>
                </a:ext>
              </a:extLst>
            </p:cNvPr>
            <p:cNvSpPr/>
            <p:nvPr/>
          </p:nvSpPr>
          <p:spPr>
            <a:xfrm>
              <a:off x="10089028" y="5016302"/>
              <a:ext cx="1280788" cy="757442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600" dirty="0" err="1">
                  <a:latin typeface="Century Gothic" panose="020B0502020202020204" pitchFamily="34" charset="0"/>
                </a:rPr>
                <a:t>SoundUnit</a:t>
              </a:r>
              <a:endParaRPr lang="en-US" sz="1600" dirty="0">
                <a:latin typeface="Century Gothic" panose="020B0502020202020204" pitchFamily="34" charset="0"/>
              </a:endParaRPr>
            </a:p>
          </p:txBody>
        </p:sp>
        <p:sp>
          <p:nvSpPr>
            <p:cNvPr id="10" name="מלבן 52">
              <a:extLst>
                <a:ext uri="{FF2B5EF4-FFF2-40B4-BE49-F238E27FC236}">
                  <a16:creationId xmlns:a16="http://schemas.microsoft.com/office/drawing/2014/main" id="{E96C4921-A57A-F453-4D90-D29EE7BE9CCF}"/>
                </a:ext>
              </a:extLst>
            </p:cNvPr>
            <p:cNvSpPr/>
            <p:nvPr/>
          </p:nvSpPr>
          <p:spPr>
            <a:xfrm>
              <a:off x="7548372" y="3853617"/>
              <a:ext cx="1410614" cy="757442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IL" sz="1600" dirty="0">
                  <a:solidFill>
                    <a:prstClr val="white"/>
                  </a:solidFill>
                  <a:latin typeface="Century Gothic" panose="020B0502020202020204" pitchFamily="34" charset="0"/>
                </a:rPr>
                <a:t>logs</a:t>
              </a:r>
              <a:endParaRPr lang="en-US" sz="1600" dirty="0">
                <a:solidFill>
                  <a:prstClr val="white"/>
                </a:solidFill>
                <a:latin typeface="Century Gothic" panose="020B0502020202020204" pitchFamily="34" charset="0"/>
              </a:endParaRPr>
            </a:p>
            <a:p>
              <a:pPr algn="ctr"/>
              <a:r>
                <a:rPr lang="en-US" sz="1600" dirty="0">
                  <a:latin typeface="Century Gothic" panose="020B0502020202020204" pitchFamily="34" charset="0"/>
                </a:rPr>
                <a:t>draw</a:t>
              </a:r>
            </a:p>
          </p:txBody>
        </p:sp>
        <p:sp>
          <p:nvSpPr>
            <p:cNvPr id="12" name="מלבן 54">
              <a:extLst>
                <a:ext uri="{FF2B5EF4-FFF2-40B4-BE49-F238E27FC236}">
                  <a16:creationId xmlns:a16="http://schemas.microsoft.com/office/drawing/2014/main" id="{21BC0F9D-C920-25B2-3141-A36125ED62D1}"/>
                </a:ext>
              </a:extLst>
            </p:cNvPr>
            <p:cNvSpPr/>
            <p:nvPr/>
          </p:nvSpPr>
          <p:spPr>
            <a:xfrm>
              <a:off x="2593499" y="5904720"/>
              <a:ext cx="1046905" cy="75744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600" dirty="0">
                  <a:latin typeface="Century Gothic" panose="020B0502020202020204" pitchFamily="34" charset="0"/>
                </a:rPr>
                <a:t>Life counter</a:t>
              </a:r>
            </a:p>
          </p:txBody>
        </p:sp>
        <p:sp>
          <p:nvSpPr>
            <p:cNvPr id="13" name="מלבן 55">
              <a:extLst>
                <a:ext uri="{FF2B5EF4-FFF2-40B4-BE49-F238E27FC236}">
                  <a16:creationId xmlns:a16="http://schemas.microsoft.com/office/drawing/2014/main" id="{71CE530F-F1EF-2724-CFB8-35056819B4B6}"/>
                </a:ext>
              </a:extLst>
            </p:cNvPr>
            <p:cNvSpPr/>
            <p:nvPr/>
          </p:nvSpPr>
          <p:spPr>
            <a:xfrm>
              <a:off x="3300439" y="4050134"/>
              <a:ext cx="1280788" cy="75744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600" dirty="0">
                  <a:latin typeface="Century Gothic" panose="020B0502020202020204" pitchFamily="34" charset="0"/>
                </a:rPr>
                <a:t>Time counter</a:t>
              </a:r>
            </a:p>
          </p:txBody>
        </p:sp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C463092D-0899-6CAD-F3B9-9A2560F0146A}"/>
                </a:ext>
              </a:extLst>
            </p:cNvPr>
            <p:cNvSpPr/>
            <p:nvPr/>
          </p:nvSpPr>
          <p:spPr>
            <a:xfrm>
              <a:off x="9878071" y="3060988"/>
              <a:ext cx="720080" cy="65306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</a:rPr>
                <a:t>MUX</a:t>
              </a:r>
              <a:endPara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cs typeface="Gisha" panose="020B0502040204020203" pitchFamily="34" charset="-79"/>
              </a:endParaRPr>
            </a:p>
          </p:txBody>
        </p:sp>
        <p:sp>
          <p:nvSpPr>
            <p:cNvPr id="15" name="Rectangle 12">
              <a:extLst>
                <a:ext uri="{FF2B5EF4-FFF2-40B4-BE49-F238E27FC236}">
                  <a16:creationId xmlns:a16="http://schemas.microsoft.com/office/drawing/2014/main" id="{C21DE4B3-41F7-16C8-9D2C-FF2D5797EE2D}"/>
                </a:ext>
              </a:extLst>
            </p:cNvPr>
            <p:cNvSpPr/>
            <p:nvPr/>
          </p:nvSpPr>
          <p:spPr>
            <a:xfrm>
              <a:off x="3340274" y="1526460"/>
              <a:ext cx="1728685" cy="84456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</a:rPr>
                <a:t>Frog</a:t>
              </a:r>
              <a:endPara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cs typeface="Gisha" panose="020B0502040204020203" pitchFamily="34" charset="-79"/>
              </a:endParaRPr>
            </a:p>
          </p:txBody>
        </p:sp>
        <p:sp>
          <p:nvSpPr>
            <p:cNvPr id="16" name="Rectangle 23">
              <a:extLst>
                <a:ext uri="{FF2B5EF4-FFF2-40B4-BE49-F238E27FC236}">
                  <a16:creationId xmlns:a16="http://schemas.microsoft.com/office/drawing/2014/main" id="{0B1DC0EF-D463-A4EE-1552-F21B77A6ECEE}"/>
                </a:ext>
              </a:extLst>
            </p:cNvPr>
            <p:cNvSpPr/>
            <p:nvPr/>
          </p:nvSpPr>
          <p:spPr>
            <a:xfrm>
              <a:off x="6699548" y="2057379"/>
              <a:ext cx="1356638" cy="73574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lvl="0"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IL" sz="1600" dirty="0">
                  <a:solidFill>
                    <a:prstClr val="white"/>
                  </a:solidFill>
                  <a:latin typeface="Century Gothic" panose="020B0502020202020204" pitchFamily="34" charset="0"/>
                </a:rPr>
                <a:t>Frog</a:t>
              </a:r>
              <a:endPara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cs typeface="Gisha" panose="020B0502040204020203" pitchFamily="34" charset="-79"/>
              </a:endParaRPr>
            </a:p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</a:rPr>
                <a:t>draw</a:t>
              </a:r>
              <a:endPara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cs typeface="Gisha" panose="020B0502040204020203" pitchFamily="34" charset="-79"/>
              </a:endParaRPr>
            </a:p>
          </p:txBody>
        </p:sp>
        <p:sp>
          <p:nvSpPr>
            <p:cNvPr id="18" name="Rectangle 38">
              <a:extLst>
                <a:ext uri="{FF2B5EF4-FFF2-40B4-BE49-F238E27FC236}">
                  <a16:creationId xmlns:a16="http://schemas.microsoft.com/office/drawing/2014/main" id="{D030010A-EFCF-EB0E-6A35-9C842A956D88}"/>
                </a:ext>
              </a:extLst>
            </p:cNvPr>
            <p:cNvSpPr/>
            <p:nvPr/>
          </p:nvSpPr>
          <p:spPr>
            <a:xfrm>
              <a:off x="5181786" y="3302824"/>
              <a:ext cx="1728685" cy="844566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</a:rPr>
                <a:t>Logs</a:t>
              </a:r>
              <a:endPara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cs typeface="Gisha" panose="020B0502040204020203" pitchFamily="34" charset="-79"/>
              </a:endParaRPr>
            </a:p>
          </p:txBody>
        </p:sp>
        <p:cxnSp>
          <p:nvCxnSpPr>
            <p:cNvPr id="19" name="מחבר: מרפקי 61">
              <a:extLst>
                <a:ext uri="{FF2B5EF4-FFF2-40B4-BE49-F238E27FC236}">
                  <a16:creationId xmlns:a16="http://schemas.microsoft.com/office/drawing/2014/main" id="{4B1ECB1D-8A43-C0B8-6188-C84DC52B78BD}"/>
                </a:ext>
              </a:extLst>
            </p:cNvPr>
            <p:cNvCxnSpPr>
              <a:cxnSpLocks/>
              <a:stCxn id="4" idx="3"/>
              <a:endCxn id="15" idx="1"/>
            </p:cNvCxnSpPr>
            <p:nvPr/>
          </p:nvCxnSpPr>
          <p:spPr>
            <a:xfrm flipV="1">
              <a:off x="1367996" y="1948744"/>
              <a:ext cx="1972278" cy="713090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מחבר: מרפקי 62">
              <a:extLst>
                <a:ext uri="{FF2B5EF4-FFF2-40B4-BE49-F238E27FC236}">
                  <a16:creationId xmlns:a16="http://schemas.microsoft.com/office/drawing/2014/main" id="{51209D0F-635B-24DB-BAEC-BF81E7A3BB93}"/>
                </a:ext>
              </a:extLst>
            </p:cNvPr>
            <p:cNvCxnSpPr>
              <a:cxnSpLocks/>
              <a:stCxn id="15" idx="3"/>
              <a:endCxn id="16" idx="1"/>
            </p:cNvCxnSpPr>
            <p:nvPr/>
          </p:nvCxnSpPr>
          <p:spPr>
            <a:xfrm>
              <a:off x="5068959" y="1948744"/>
              <a:ext cx="1630588" cy="476509"/>
            </a:xfrm>
            <a:prstGeom prst="bentConnector3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מחבר: מרפקי 64">
              <a:extLst>
                <a:ext uri="{FF2B5EF4-FFF2-40B4-BE49-F238E27FC236}">
                  <a16:creationId xmlns:a16="http://schemas.microsoft.com/office/drawing/2014/main" id="{E72438B0-15AD-FC66-7EBF-9DEB48ECF8B2}"/>
                </a:ext>
              </a:extLst>
            </p:cNvPr>
            <p:cNvCxnSpPr>
              <a:cxnSpLocks/>
              <a:stCxn id="10" idx="3"/>
              <a:endCxn id="14" idx="1"/>
            </p:cNvCxnSpPr>
            <p:nvPr/>
          </p:nvCxnSpPr>
          <p:spPr>
            <a:xfrm flipV="1">
              <a:off x="8958985" y="3387519"/>
              <a:ext cx="919086" cy="844820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מחבר: מרפקי 67">
              <a:extLst>
                <a:ext uri="{FF2B5EF4-FFF2-40B4-BE49-F238E27FC236}">
                  <a16:creationId xmlns:a16="http://schemas.microsoft.com/office/drawing/2014/main" id="{17C56C91-618D-FA69-AF88-2F9D6657C1A0}"/>
                </a:ext>
              </a:extLst>
            </p:cNvPr>
            <p:cNvCxnSpPr>
              <a:cxnSpLocks/>
              <a:stCxn id="15" idx="2"/>
              <a:endCxn id="18" idx="0"/>
            </p:cNvCxnSpPr>
            <p:nvPr/>
          </p:nvCxnSpPr>
          <p:spPr>
            <a:xfrm rot="16200000" flipH="1">
              <a:off x="4659473" y="1916169"/>
              <a:ext cx="931798" cy="1841512"/>
            </a:xfrm>
            <a:prstGeom prst="bentConnector3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מחבר: מרפקי 71">
              <a:extLst>
                <a:ext uri="{FF2B5EF4-FFF2-40B4-BE49-F238E27FC236}">
                  <a16:creationId xmlns:a16="http://schemas.microsoft.com/office/drawing/2014/main" id="{46BB5131-9649-8195-85A7-5126581B1A71}"/>
                </a:ext>
              </a:extLst>
            </p:cNvPr>
            <p:cNvCxnSpPr>
              <a:cxnSpLocks/>
              <a:stCxn id="18" idx="3"/>
              <a:endCxn id="10" idx="1"/>
            </p:cNvCxnSpPr>
            <p:nvPr/>
          </p:nvCxnSpPr>
          <p:spPr>
            <a:xfrm>
              <a:off x="6910471" y="3725108"/>
              <a:ext cx="637900" cy="507230"/>
            </a:xfrm>
            <a:prstGeom prst="bentConnector3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מחבר חץ ישר 86">
              <a:extLst>
                <a:ext uri="{FF2B5EF4-FFF2-40B4-BE49-F238E27FC236}">
                  <a16:creationId xmlns:a16="http://schemas.microsoft.com/office/drawing/2014/main" id="{13D9A698-18DA-0AE1-05AB-4755509032B9}"/>
                </a:ext>
              </a:extLst>
            </p:cNvPr>
            <p:cNvCxnSpPr>
              <a:cxnSpLocks/>
              <a:stCxn id="14" idx="3"/>
              <a:endCxn id="7" idx="1"/>
            </p:cNvCxnSpPr>
            <p:nvPr/>
          </p:nvCxnSpPr>
          <p:spPr>
            <a:xfrm flipV="1">
              <a:off x="10598151" y="3387518"/>
              <a:ext cx="636557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A644699B-3564-67BC-976D-BE6E7040F589}"/>
              </a:ext>
            </a:extLst>
          </p:cNvPr>
          <p:cNvCxnSpPr>
            <a:cxnSpLocks/>
            <a:stCxn id="15" idx="2"/>
            <a:endCxn id="5" idx="0"/>
          </p:cNvCxnSpPr>
          <p:nvPr/>
        </p:nvCxnSpPr>
        <p:spPr>
          <a:xfrm rot="5400000">
            <a:off x="1810139" y="2654900"/>
            <a:ext cx="1722207" cy="2699014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FF56AA51-B0D3-783A-B2D3-5B2E3A586DBB}"/>
              </a:ext>
            </a:extLst>
          </p:cNvPr>
          <p:cNvCxnSpPr>
            <a:cxnSpLocks/>
          </p:cNvCxnSpPr>
          <p:nvPr/>
        </p:nvCxnSpPr>
        <p:spPr>
          <a:xfrm rot="10800000" flipV="1">
            <a:off x="2194091" y="4297370"/>
            <a:ext cx="2732119" cy="1073188"/>
          </a:xfrm>
          <a:prstGeom prst="bentConnector3">
            <a:avLst>
              <a:gd name="adj1" fmla="val 8681"/>
            </a:avLst>
          </a:prstGeom>
          <a:ln w="1905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9" name="מחבר: מרפקי 61">
            <a:extLst>
              <a:ext uri="{FF2B5EF4-FFF2-40B4-BE49-F238E27FC236}">
                <a16:creationId xmlns:a16="http://schemas.microsoft.com/office/drawing/2014/main" id="{0EB25959-8505-DE11-D62F-58337084A998}"/>
              </a:ext>
            </a:extLst>
          </p:cNvPr>
          <p:cNvCxnSpPr>
            <a:cxnSpLocks/>
            <a:stCxn id="5" idx="2"/>
            <a:endCxn id="12" idx="1"/>
          </p:cNvCxnSpPr>
          <p:nvPr/>
        </p:nvCxnSpPr>
        <p:spPr>
          <a:xfrm rot="16200000" flipH="1">
            <a:off x="1626803" y="5556576"/>
            <a:ext cx="595992" cy="12061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מלבן 55">
            <a:extLst>
              <a:ext uri="{FF2B5EF4-FFF2-40B4-BE49-F238E27FC236}">
                <a16:creationId xmlns:a16="http://schemas.microsoft.com/office/drawing/2014/main" id="{52AE1D78-9BBF-7698-4253-71690E87A1DB}"/>
              </a:ext>
            </a:extLst>
          </p:cNvPr>
          <p:cNvSpPr/>
          <p:nvPr/>
        </p:nvSpPr>
        <p:spPr>
          <a:xfrm>
            <a:off x="5181786" y="5881213"/>
            <a:ext cx="970078" cy="60167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IL" sz="1600" dirty="0">
                <a:latin typeface="Century Gothic" panose="020B0502020202020204" pitchFamily="34" charset="0"/>
              </a:rPr>
              <a:t>Score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cxnSp>
        <p:nvCxnSpPr>
          <p:cNvPr id="104" name="מחבר: מרפקי 61">
            <a:extLst>
              <a:ext uri="{FF2B5EF4-FFF2-40B4-BE49-F238E27FC236}">
                <a16:creationId xmlns:a16="http://schemas.microsoft.com/office/drawing/2014/main" id="{C412C4E4-16C1-6E14-96CA-A7DF29C38898}"/>
              </a:ext>
            </a:extLst>
          </p:cNvPr>
          <p:cNvCxnSpPr>
            <a:cxnSpLocks/>
            <a:stCxn id="5" idx="3"/>
            <a:endCxn id="102" idx="1"/>
          </p:cNvCxnSpPr>
          <p:nvPr/>
        </p:nvCxnSpPr>
        <p:spPr>
          <a:xfrm>
            <a:off x="2194090" y="5363578"/>
            <a:ext cx="2987696" cy="81847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734085C0-33B9-CCAF-D445-FAD48DE205C1}"/>
              </a:ext>
            </a:extLst>
          </p:cNvPr>
          <p:cNvCxnSpPr>
            <a:cxnSpLocks/>
            <a:stCxn id="15" idx="2"/>
            <a:endCxn id="13" idx="0"/>
          </p:cNvCxnSpPr>
          <p:nvPr/>
        </p:nvCxnSpPr>
        <p:spPr>
          <a:xfrm flipH="1">
            <a:off x="3776323" y="3143304"/>
            <a:ext cx="244426" cy="1422426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מלבן 55">
            <a:extLst>
              <a:ext uri="{FF2B5EF4-FFF2-40B4-BE49-F238E27FC236}">
                <a16:creationId xmlns:a16="http://schemas.microsoft.com/office/drawing/2014/main" id="{FC07CD11-0034-774A-B4BE-5B8208F3B8D5}"/>
              </a:ext>
            </a:extLst>
          </p:cNvPr>
          <p:cNvSpPr/>
          <p:nvPr/>
        </p:nvSpPr>
        <p:spPr>
          <a:xfrm>
            <a:off x="7123432" y="5132921"/>
            <a:ext cx="1186798" cy="64165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IL" sz="1600" dirty="0">
                <a:latin typeface="Century Gothic" panose="020B0502020202020204" pitchFamily="34" charset="0"/>
              </a:rPr>
              <a:t>Game Over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109301F5-897A-7927-64DB-9F78A2A82FE1}"/>
              </a:ext>
            </a:extLst>
          </p:cNvPr>
          <p:cNvCxnSpPr>
            <a:stCxn id="5" idx="3"/>
            <a:endCxn id="13" idx="1"/>
          </p:cNvCxnSpPr>
          <p:nvPr/>
        </p:nvCxnSpPr>
        <p:spPr>
          <a:xfrm flipV="1">
            <a:off x="2194090" y="4886557"/>
            <a:ext cx="988834" cy="4770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: Elbow 172">
            <a:extLst>
              <a:ext uri="{FF2B5EF4-FFF2-40B4-BE49-F238E27FC236}">
                <a16:creationId xmlns:a16="http://schemas.microsoft.com/office/drawing/2014/main" id="{6E417E31-62F1-4BCB-3A42-DD29404877DB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194090" y="5363578"/>
            <a:ext cx="4929342" cy="2037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: Elbow 190">
            <a:extLst>
              <a:ext uri="{FF2B5EF4-FFF2-40B4-BE49-F238E27FC236}">
                <a16:creationId xmlns:a16="http://schemas.microsoft.com/office/drawing/2014/main" id="{0BE949A3-95D1-4C35-7B4B-05EAA56EEA59}"/>
              </a:ext>
            </a:extLst>
          </p:cNvPr>
          <p:cNvCxnSpPr>
            <a:stCxn id="16" idx="3"/>
            <a:endCxn id="14" idx="0"/>
          </p:cNvCxnSpPr>
          <p:nvPr/>
        </p:nvCxnSpPr>
        <p:spPr>
          <a:xfrm>
            <a:off x="7589671" y="3189241"/>
            <a:ext cx="2021806" cy="538552"/>
          </a:xfrm>
          <a:prstGeom prst="bentConnector2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מלבן 51">
            <a:extLst>
              <a:ext uri="{FF2B5EF4-FFF2-40B4-BE49-F238E27FC236}">
                <a16:creationId xmlns:a16="http://schemas.microsoft.com/office/drawing/2014/main" id="{5CC84C37-15A7-F726-A324-33BB40EF88E0}"/>
              </a:ext>
            </a:extLst>
          </p:cNvPr>
          <p:cNvSpPr/>
          <p:nvPr/>
        </p:nvSpPr>
        <p:spPr>
          <a:xfrm>
            <a:off x="7771048" y="6116595"/>
            <a:ext cx="1186798" cy="641653"/>
          </a:xfrm>
          <a:prstGeom prst="rect">
            <a:avLst/>
          </a:prstGeom>
          <a:solidFill>
            <a:srgbClr val="FF7C8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IL" sz="1600" dirty="0" err="1">
                <a:latin typeface="Century Gothic" panose="020B0502020202020204" pitchFamily="34" charset="0"/>
              </a:rPr>
              <a:t>GiftBox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002F5C52-3040-7996-FB33-367D7E315D57}"/>
              </a:ext>
            </a:extLst>
          </p:cNvPr>
          <p:cNvCxnSpPr>
            <a:cxnSpLocks/>
          </p:cNvCxnSpPr>
          <p:nvPr/>
        </p:nvCxnSpPr>
        <p:spPr>
          <a:xfrm>
            <a:off x="2194090" y="5377538"/>
            <a:ext cx="5576958" cy="1171564"/>
          </a:xfrm>
          <a:prstGeom prst="bentConnector3">
            <a:avLst>
              <a:gd name="adj1" fmla="val 7328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3150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9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F04A7F-16B5-8D44-6078-1AD7AD251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A6C1B-46ED-2895-B75C-F851E1874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6763" y="-151406"/>
            <a:ext cx="5748737" cy="1325563"/>
          </a:xfrm>
        </p:spPr>
        <p:txBody>
          <a:bodyPr/>
          <a:lstStyle/>
          <a:p>
            <a:pPr algn="ctr"/>
            <a:r>
              <a:rPr lang="he-IL" dirty="0"/>
              <a:t>שרטוט הירארכיה עליונה</a:t>
            </a:r>
            <a:endParaRPr lang="en-IL" dirty="0"/>
          </a:p>
        </p:txBody>
      </p:sp>
      <p:pic>
        <p:nvPicPr>
          <p:cNvPr id="21" name="Picture 20" descr="A cartoon frog with green spots&#10;&#10;AI-generated content may be incorrect.">
            <a:extLst>
              <a:ext uri="{FF2B5EF4-FFF2-40B4-BE49-F238E27FC236}">
                <a16:creationId xmlns:a16="http://schemas.microsoft.com/office/drawing/2014/main" id="{F4259E95-BB95-E563-0AFA-1C218E5FE4B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7E7E7"/>
              </a:clrFrom>
              <a:clrTo>
                <a:srgbClr val="E7E7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50" t="25149" r="21408" b="20435"/>
          <a:stretch>
            <a:fillRect/>
          </a:stretch>
        </p:blipFill>
        <p:spPr>
          <a:xfrm>
            <a:off x="1295592" y="-16158"/>
            <a:ext cx="2282510" cy="1230713"/>
          </a:xfrm>
          <a:prstGeom prst="rect">
            <a:avLst/>
          </a:prstGeom>
        </p:spPr>
      </p:pic>
      <p:pic>
        <p:nvPicPr>
          <p:cNvPr id="24" name="Picture 2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CC580BF-6304-EB2F-B413-AF3DC7699E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97" y="1073365"/>
            <a:ext cx="11252006" cy="5784635"/>
          </a:xfrm>
          <a:prstGeom prst="rect">
            <a:avLst/>
          </a:prstGeom>
        </p:spPr>
      </p:pic>
      <p:pic>
        <p:nvPicPr>
          <p:cNvPr id="26" name="Picture 25" descr="A cartoon frog with green spots&#10;&#10;AI-generated content may be incorrect.">
            <a:extLst>
              <a:ext uri="{FF2B5EF4-FFF2-40B4-BE49-F238E27FC236}">
                <a16:creationId xmlns:a16="http://schemas.microsoft.com/office/drawing/2014/main" id="{C6B8B6C9-7E36-639C-901B-665CAA1E6D0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7E7E7"/>
              </a:clrFrom>
              <a:clrTo>
                <a:srgbClr val="E7E7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50" t="25149" r="21408" b="20435"/>
          <a:stretch>
            <a:fillRect/>
          </a:stretch>
        </p:blipFill>
        <p:spPr>
          <a:xfrm>
            <a:off x="8337025" y="-10221"/>
            <a:ext cx="2282510" cy="123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590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9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A96F365-8859-83E1-CDEA-5BF947D6AA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224" y="1370791"/>
            <a:ext cx="9005607" cy="5530716"/>
          </a:xfrm>
          <a:prstGeom prst="rect">
            <a:avLst/>
          </a:prstGeom>
        </p:spPr>
      </p:pic>
      <p:pic>
        <p:nvPicPr>
          <p:cNvPr id="6" name="Picture 5" descr="A cartoon of a frog&#10;&#10;AI-generated content may be incorrect.">
            <a:extLst>
              <a:ext uri="{FF2B5EF4-FFF2-40B4-BE49-F238E27FC236}">
                <a16:creationId xmlns:a16="http://schemas.microsoft.com/office/drawing/2014/main" id="{B188D423-B48C-E3F8-A937-43CC1F2DB4C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CECEC"/>
              </a:clrFrom>
              <a:clrTo>
                <a:srgbClr val="ECECE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66" t="27156" r="4121" b="23141"/>
          <a:stretch>
            <a:fillRect/>
          </a:stretch>
        </p:blipFill>
        <p:spPr>
          <a:xfrm>
            <a:off x="8205418" y="0"/>
            <a:ext cx="3938181" cy="18907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6CC7D0-D05E-E682-5DCE-A8E0AEBCB17A}"/>
              </a:ext>
            </a:extLst>
          </p:cNvPr>
          <p:cNvSpPr txBox="1"/>
          <p:nvPr/>
        </p:nvSpPr>
        <p:spPr>
          <a:xfrm>
            <a:off x="4083257" y="236657"/>
            <a:ext cx="421553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he-IL" sz="4400" dirty="0">
                <a:latin typeface="+mj-lt"/>
                <a:ea typeface="+mj-ea"/>
                <a:cs typeface="+mj-cs"/>
              </a:rPr>
              <a:t>תיאור מודול ראשון</a:t>
            </a:r>
          </a:p>
          <a:p>
            <a:endParaRPr lang="en-IL" dirty="0"/>
          </a:p>
        </p:txBody>
      </p:sp>
      <p:pic>
        <p:nvPicPr>
          <p:cNvPr id="8" name="Picture 7" descr="A cartoon of a frog&#10;&#10;AI-generated content may be incorrect.">
            <a:extLst>
              <a:ext uri="{FF2B5EF4-FFF2-40B4-BE49-F238E27FC236}">
                <a16:creationId xmlns:a16="http://schemas.microsoft.com/office/drawing/2014/main" id="{54693FD9-865D-1FD7-FF30-AEFCD5307FE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CECEC"/>
              </a:clrFrom>
              <a:clrTo>
                <a:srgbClr val="ECECE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66" t="27156" r="4121" b="23141"/>
          <a:stretch>
            <a:fillRect/>
          </a:stretch>
        </p:blipFill>
        <p:spPr>
          <a:xfrm flipH="1">
            <a:off x="23518" y="-20940"/>
            <a:ext cx="3938181" cy="1890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434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9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5BEEEEE-D781-7E2D-8B69-832E8E1F8F76}"/>
              </a:ext>
            </a:extLst>
          </p:cNvPr>
          <p:cNvSpPr txBox="1"/>
          <p:nvPr/>
        </p:nvSpPr>
        <p:spPr>
          <a:xfrm>
            <a:off x="6096000" y="396704"/>
            <a:ext cx="5922791" cy="646331"/>
          </a:xfrm>
          <a:custGeom>
            <a:avLst/>
            <a:gdLst>
              <a:gd name="connsiteX0" fmla="*/ 0 w 5922791"/>
              <a:gd name="connsiteY0" fmla="*/ 0 h 646331"/>
              <a:gd name="connsiteX1" fmla="*/ 710735 w 5922791"/>
              <a:gd name="connsiteY1" fmla="*/ 0 h 646331"/>
              <a:gd name="connsiteX2" fmla="*/ 1421470 w 5922791"/>
              <a:gd name="connsiteY2" fmla="*/ 0 h 646331"/>
              <a:gd name="connsiteX3" fmla="*/ 2132205 w 5922791"/>
              <a:gd name="connsiteY3" fmla="*/ 0 h 646331"/>
              <a:gd name="connsiteX4" fmla="*/ 2546800 w 5922791"/>
              <a:gd name="connsiteY4" fmla="*/ 0 h 646331"/>
              <a:gd name="connsiteX5" fmla="*/ 2961396 w 5922791"/>
              <a:gd name="connsiteY5" fmla="*/ 0 h 646331"/>
              <a:gd name="connsiteX6" fmla="*/ 3494447 w 5922791"/>
              <a:gd name="connsiteY6" fmla="*/ 0 h 646331"/>
              <a:gd name="connsiteX7" fmla="*/ 4205182 w 5922791"/>
              <a:gd name="connsiteY7" fmla="*/ 0 h 646331"/>
              <a:gd name="connsiteX8" fmla="*/ 4679005 w 5922791"/>
              <a:gd name="connsiteY8" fmla="*/ 0 h 646331"/>
              <a:gd name="connsiteX9" fmla="*/ 5093600 w 5922791"/>
              <a:gd name="connsiteY9" fmla="*/ 0 h 646331"/>
              <a:gd name="connsiteX10" fmla="*/ 5922791 w 5922791"/>
              <a:gd name="connsiteY10" fmla="*/ 0 h 646331"/>
              <a:gd name="connsiteX11" fmla="*/ 5922791 w 5922791"/>
              <a:gd name="connsiteY11" fmla="*/ 316702 h 646331"/>
              <a:gd name="connsiteX12" fmla="*/ 5922791 w 5922791"/>
              <a:gd name="connsiteY12" fmla="*/ 646331 h 646331"/>
              <a:gd name="connsiteX13" fmla="*/ 5330512 w 5922791"/>
              <a:gd name="connsiteY13" fmla="*/ 646331 h 646331"/>
              <a:gd name="connsiteX14" fmla="*/ 4738233 w 5922791"/>
              <a:gd name="connsiteY14" fmla="*/ 646331 h 646331"/>
              <a:gd name="connsiteX15" fmla="*/ 4264410 w 5922791"/>
              <a:gd name="connsiteY15" fmla="*/ 646331 h 646331"/>
              <a:gd name="connsiteX16" fmla="*/ 3672130 w 5922791"/>
              <a:gd name="connsiteY16" fmla="*/ 646331 h 646331"/>
              <a:gd name="connsiteX17" fmla="*/ 3079851 w 5922791"/>
              <a:gd name="connsiteY17" fmla="*/ 646331 h 646331"/>
              <a:gd name="connsiteX18" fmla="*/ 2487572 w 5922791"/>
              <a:gd name="connsiteY18" fmla="*/ 646331 h 646331"/>
              <a:gd name="connsiteX19" fmla="*/ 1895293 w 5922791"/>
              <a:gd name="connsiteY19" fmla="*/ 646331 h 646331"/>
              <a:gd name="connsiteX20" fmla="*/ 1243786 w 5922791"/>
              <a:gd name="connsiteY20" fmla="*/ 646331 h 646331"/>
              <a:gd name="connsiteX21" fmla="*/ 769963 w 5922791"/>
              <a:gd name="connsiteY21" fmla="*/ 646331 h 646331"/>
              <a:gd name="connsiteX22" fmla="*/ 0 w 5922791"/>
              <a:gd name="connsiteY22" fmla="*/ 646331 h 646331"/>
              <a:gd name="connsiteX23" fmla="*/ 0 w 5922791"/>
              <a:gd name="connsiteY23" fmla="*/ 310239 h 646331"/>
              <a:gd name="connsiteX24" fmla="*/ 0 w 5922791"/>
              <a:gd name="connsiteY24" fmla="*/ 0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922791" h="646331" fill="none" extrusionOk="0">
                <a:moveTo>
                  <a:pt x="0" y="0"/>
                </a:moveTo>
                <a:cubicBezTo>
                  <a:pt x="327406" y="-47860"/>
                  <a:pt x="538786" y="8142"/>
                  <a:pt x="710735" y="0"/>
                </a:cubicBezTo>
                <a:cubicBezTo>
                  <a:pt x="882684" y="-8142"/>
                  <a:pt x="1222222" y="64102"/>
                  <a:pt x="1421470" y="0"/>
                </a:cubicBezTo>
                <a:cubicBezTo>
                  <a:pt x="1620719" y="-64102"/>
                  <a:pt x="1878913" y="53742"/>
                  <a:pt x="2132205" y="0"/>
                </a:cubicBezTo>
                <a:cubicBezTo>
                  <a:pt x="2385498" y="-53742"/>
                  <a:pt x="2379553" y="40572"/>
                  <a:pt x="2546800" y="0"/>
                </a:cubicBezTo>
                <a:cubicBezTo>
                  <a:pt x="2714047" y="-40572"/>
                  <a:pt x="2811484" y="14243"/>
                  <a:pt x="2961396" y="0"/>
                </a:cubicBezTo>
                <a:cubicBezTo>
                  <a:pt x="3111308" y="-14243"/>
                  <a:pt x="3246706" y="7354"/>
                  <a:pt x="3494447" y="0"/>
                </a:cubicBezTo>
                <a:cubicBezTo>
                  <a:pt x="3742188" y="-7354"/>
                  <a:pt x="3980805" y="69968"/>
                  <a:pt x="4205182" y="0"/>
                </a:cubicBezTo>
                <a:cubicBezTo>
                  <a:pt x="4429559" y="-69968"/>
                  <a:pt x="4479293" y="7597"/>
                  <a:pt x="4679005" y="0"/>
                </a:cubicBezTo>
                <a:cubicBezTo>
                  <a:pt x="4878717" y="-7597"/>
                  <a:pt x="4964408" y="29016"/>
                  <a:pt x="5093600" y="0"/>
                </a:cubicBezTo>
                <a:cubicBezTo>
                  <a:pt x="5222792" y="-29016"/>
                  <a:pt x="5633289" y="51977"/>
                  <a:pt x="5922791" y="0"/>
                </a:cubicBezTo>
                <a:cubicBezTo>
                  <a:pt x="5948307" y="68051"/>
                  <a:pt x="5886283" y="216235"/>
                  <a:pt x="5922791" y="316702"/>
                </a:cubicBezTo>
                <a:cubicBezTo>
                  <a:pt x="5959299" y="417169"/>
                  <a:pt x="5914783" y="535653"/>
                  <a:pt x="5922791" y="646331"/>
                </a:cubicBezTo>
                <a:cubicBezTo>
                  <a:pt x="5645120" y="669281"/>
                  <a:pt x="5566632" y="587217"/>
                  <a:pt x="5330512" y="646331"/>
                </a:cubicBezTo>
                <a:cubicBezTo>
                  <a:pt x="5094392" y="705445"/>
                  <a:pt x="4910406" y="577221"/>
                  <a:pt x="4738233" y="646331"/>
                </a:cubicBezTo>
                <a:cubicBezTo>
                  <a:pt x="4566060" y="715441"/>
                  <a:pt x="4495986" y="590662"/>
                  <a:pt x="4264410" y="646331"/>
                </a:cubicBezTo>
                <a:cubicBezTo>
                  <a:pt x="4032834" y="702000"/>
                  <a:pt x="3944282" y="603602"/>
                  <a:pt x="3672130" y="646331"/>
                </a:cubicBezTo>
                <a:cubicBezTo>
                  <a:pt x="3399978" y="689060"/>
                  <a:pt x="3250216" y="630850"/>
                  <a:pt x="3079851" y="646331"/>
                </a:cubicBezTo>
                <a:cubicBezTo>
                  <a:pt x="2909486" y="661812"/>
                  <a:pt x="2632372" y="618791"/>
                  <a:pt x="2487572" y="646331"/>
                </a:cubicBezTo>
                <a:cubicBezTo>
                  <a:pt x="2342772" y="673871"/>
                  <a:pt x="2182441" y="617863"/>
                  <a:pt x="1895293" y="646331"/>
                </a:cubicBezTo>
                <a:cubicBezTo>
                  <a:pt x="1608145" y="674799"/>
                  <a:pt x="1553093" y="598263"/>
                  <a:pt x="1243786" y="646331"/>
                </a:cubicBezTo>
                <a:cubicBezTo>
                  <a:pt x="934479" y="694399"/>
                  <a:pt x="972021" y="621215"/>
                  <a:pt x="769963" y="646331"/>
                </a:cubicBezTo>
                <a:cubicBezTo>
                  <a:pt x="567905" y="671447"/>
                  <a:pt x="247970" y="585003"/>
                  <a:pt x="0" y="646331"/>
                </a:cubicBezTo>
                <a:cubicBezTo>
                  <a:pt x="-21549" y="546236"/>
                  <a:pt x="12871" y="465233"/>
                  <a:pt x="0" y="310239"/>
                </a:cubicBezTo>
                <a:cubicBezTo>
                  <a:pt x="-12871" y="155245"/>
                  <a:pt x="24428" y="88812"/>
                  <a:pt x="0" y="0"/>
                </a:cubicBezTo>
                <a:close/>
              </a:path>
              <a:path w="5922791" h="646331" stroke="0" extrusionOk="0">
                <a:moveTo>
                  <a:pt x="0" y="0"/>
                </a:moveTo>
                <a:cubicBezTo>
                  <a:pt x="120833" y="-15436"/>
                  <a:pt x="311339" y="54388"/>
                  <a:pt x="473823" y="0"/>
                </a:cubicBezTo>
                <a:cubicBezTo>
                  <a:pt x="636307" y="-54388"/>
                  <a:pt x="779386" y="25689"/>
                  <a:pt x="888419" y="0"/>
                </a:cubicBezTo>
                <a:cubicBezTo>
                  <a:pt x="997452" y="-25689"/>
                  <a:pt x="1158101" y="3768"/>
                  <a:pt x="1362242" y="0"/>
                </a:cubicBezTo>
                <a:cubicBezTo>
                  <a:pt x="1566383" y="-3768"/>
                  <a:pt x="1805797" y="27032"/>
                  <a:pt x="1954521" y="0"/>
                </a:cubicBezTo>
                <a:cubicBezTo>
                  <a:pt x="2103245" y="-27032"/>
                  <a:pt x="2500516" y="45098"/>
                  <a:pt x="2665256" y="0"/>
                </a:cubicBezTo>
                <a:cubicBezTo>
                  <a:pt x="2829997" y="-45098"/>
                  <a:pt x="3223441" y="42257"/>
                  <a:pt x="3375991" y="0"/>
                </a:cubicBezTo>
                <a:cubicBezTo>
                  <a:pt x="3528541" y="-42257"/>
                  <a:pt x="3818207" y="545"/>
                  <a:pt x="4027498" y="0"/>
                </a:cubicBezTo>
                <a:cubicBezTo>
                  <a:pt x="4236789" y="-545"/>
                  <a:pt x="4392122" y="49373"/>
                  <a:pt x="4501321" y="0"/>
                </a:cubicBezTo>
                <a:cubicBezTo>
                  <a:pt x="4610520" y="-49373"/>
                  <a:pt x="4785391" y="6373"/>
                  <a:pt x="4915917" y="0"/>
                </a:cubicBezTo>
                <a:cubicBezTo>
                  <a:pt x="5046443" y="-6373"/>
                  <a:pt x="5158854" y="38975"/>
                  <a:pt x="5330512" y="0"/>
                </a:cubicBezTo>
                <a:cubicBezTo>
                  <a:pt x="5502170" y="-38975"/>
                  <a:pt x="5656476" y="58055"/>
                  <a:pt x="5922791" y="0"/>
                </a:cubicBezTo>
                <a:cubicBezTo>
                  <a:pt x="5954925" y="144632"/>
                  <a:pt x="5888975" y="251448"/>
                  <a:pt x="5922791" y="329629"/>
                </a:cubicBezTo>
                <a:cubicBezTo>
                  <a:pt x="5956607" y="407810"/>
                  <a:pt x="5901072" y="568793"/>
                  <a:pt x="5922791" y="646331"/>
                </a:cubicBezTo>
                <a:cubicBezTo>
                  <a:pt x="5792251" y="674678"/>
                  <a:pt x="5661919" y="627110"/>
                  <a:pt x="5508196" y="646331"/>
                </a:cubicBezTo>
                <a:cubicBezTo>
                  <a:pt x="5354474" y="665552"/>
                  <a:pt x="5217758" y="614792"/>
                  <a:pt x="5034372" y="646331"/>
                </a:cubicBezTo>
                <a:cubicBezTo>
                  <a:pt x="4850986" y="677870"/>
                  <a:pt x="4540202" y="596294"/>
                  <a:pt x="4323637" y="646331"/>
                </a:cubicBezTo>
                <a:cubicBezTo>
                  <a:pt x="4107073" y="696368"/>
                  <a:pt x="3952177" y="644075"/>
                  <a:pt x="3849814" y="646331"/>
                </a:cubicBezTo>
                <a:cubicBezTo>
                  <a:pt x="3747451" y="648587"/>
                  <a:pt x="3375015" y="582951"/>
                  <a:pt x="3198307" y="646331"/>
                </a:cubicBezTo>
                <a:cubicBezTo>
                  <a:pt x="3021599" y="709711"/>
                  <a:pt x="2829318" y="637067"/>
                  <a:pt x="2665256" y="646331"/>
                </a:cubicBezTo>
                <a:cubicBezTo>
                  <a:pt x="2501194" y="655595"/>
                  <a:pt x="2342736" y="623264"/>
                  <a:pt x="2250661" y="646331"/>
                </a:cubicBezTo>
                <a:cubicBezTo>
                  <a:pt x="2158587" y="669398"/>
                  <a:pt x="1719790" y="591617"/>
                  <a:pt x="1539926" y="646331"/>
                </a:cubicBezTo>
                <a:cubicBezTo>
                  <a:pt x="1360063" y="701045"/>
                  <a:pt x="1164049" y="605875"/>
                  <a:pt x="947647" y="646331"/>
                </a:cubicBezTo>
                <a:cubicBezTo>
                  <a:pt x="731245" y="686787"/>
                  <a:pt x="251965" y="644468"/>
                  <a:pt x="0" y="646331"/>
                </a:cubicBezTo>
                <a:cubicBezTo>
                  <a:pt x="-13756" y="513157"/>
                  <a:pt x="24772" y="481250"/>
                  <a:pt x="0" y="316702"/>
                </a:cubicBezTo>
                <a:cubicBezTo>
                  <a:pt x="-24772" y="152154"/>
                  <a:pt x="9094" y="150953"/>
                  <a:pt x="0" y="0"/>
                </a:cubicBezTo>
                <a:close/>
              </a:path>
            </a:pathLst>
          </a:custGeom>
          <a:solidFill>
            <a:srgbClr val="9CAE58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17395296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571500" indent="-571500" algn="r" rtl="1">
              <a:buFont typeface="Wingdings" panose="05000000000000000000" pitchFamily="2" charset="2"/>
              <a:buChar char="q"/>
            </a:pPr>
            <a:r>
              <a:rPr lang="he-IL" sz="3600" dirty="0"/>
              <a:t>זיהוי הגעה למקומות הניצחון</a:t>
            </a:r>
            <a:endParaRPr lang="en-IL" sz="3600" dirty="0"/>
          </a:p>
        </p:txBody>
      </p:sp>
      <p:pic>
        <p:nvPicPr>
          <p:cNvPr id="18" name="Picture 17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012E07C1-1A0E-8571-5361-6B9C3A3DE2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367"/>
          <a:stretch>
            <a:fillRect/>
          </a:stretch>
        </p:blipFill>
        <p:spPr>
          <a:xfrm>
            <a:off x="159415" y="1148691"/>
            <a:ext cx="7938449" cy="1104835"/>
          </a:xfrm>
          <a:prstGeom prst="rect">
            <a:avLst/>
          </a:prstGeom>
        </p:spPr>
      </p:pic>
      <p:pic>
        <p:nvPicPr>
          <p:cNvPr id="30" name="Picture 29" descr="A cartoon of a small island with logs&#10;&#10;AI-generated content may be incorrect.">
            <a:extLst>
              <a:ext uri="{FF2B5EF4-FFF2-40B4-BE49-F238E27FC236}">
                <a16:creationId xmlns:a16="http://schemas.microsoft.com/office/drawing/2014/main" id="{BA84E9A8-A175-60B6-117B-1FB6473878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8" y="2763558"/>
            <a:ext cx="7244012" cy="409444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DF3CC2F-14E4-2BB7-7604-D6ACCF865D9B}"/>
              </a:ext>
            </a:extLst>
          </p:cNvPr>
          <p:cNvSpPr txBox="1"/>
          <p:nvPr/>
        </p:nvSpPr>
        <p:spPr>
          <a:xfrm>
            <a:off x="1517959" y="2359182"/>
            <a:ext cx="1058191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2400" dirty="0"/>
              <a:t>הקוד מחשב את </a:t>
            </a:r>
            <a:r>
              <a:rPr lang="es-ES" sz="2400" dirty="0" err="1"/>
              <a:t>which_frog_position</a:t>
            </a:r>
            <a:r>
              <a:rPr lang="es-ES" sz="2400" dirty="0"/>
              <a:t> </a:t>
            </a:r>
            <a:r>
              <a:rPr lang="he-IL" sz="2400" dirty="0"/>
              <a:t> לפי מיקום הצפרדע </a:t>
            </a:r>
            <a:r>
              <a:rPr lang="es-ES" sz="2400" dirty="0" err="1"/>
              <a:t>frogX</a:t>
            </a:r>
            <a:r>
              <a:rPr lang="es-ES" sz="2400" dirty="0"/>
              <a:t>, </a:t>
            </a:r>
            <a:r>
              <a:rPr lang="es-ES" sz="2400" dirty="0" err="1"/>
              <a:t>frogY</a:t>
            </a:r>
            <a:r>
              <a:rPr lang="he-IL" sz="2400" dirty="0"/>
              <a:t>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2400" dirty="0"/>
              <a:t>מתבצע רק אם הצפרדע נמצאת בשורה העליונה במסך </a:t>
            </a:r>
            <a:r>
              <a:rPr lang="es-ES" sz="2400" dirty="0" err="1"/>
              <a:t>frogY</a:t>
            </a:r>
            <a:r>
              <a:rPr lang="es-ES" sz="2400" dirty="0"/>
              <a:t> &lt;= 80</a:t>
            </a:r>
            <a:endParaRPr lang="he-IL" sz="2400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2400" dirty="0"/>
              <a:t>יש 5 אזורי יעד (</a:t>
            </a:r>
            <a:r>
              <a:rPr lang="he-IL" sz="2400" dirty="0" err="1"/>
              <a:t>ספוטים</a:t>
            </a:r>
            <a:r>
              <a:rPr lang="he-IL" sz="2400" dirty="0"/>
              <a:t>) – כל אחד בתחום </a:t>
            </a:r>
            <a:r>
              <a:rPr lang="es-ES" sz="2400" dirty="0"/>
              <a:t>X </a:t>
            </a:r>
            <a:r>
              <a:rPr lang="he-IL" sz="2400" dirty="0"/>
              <a:t>שונה: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2400" dirty="0"/>
              <a:t>ספוט 0: </a:t>
            </a:r>
            <a:r>
              <a:rPr lang="es-ES" sz="2400" dirty="0"/>
              <a:t>X </a:t>
            </a:r>
            <a:r>
              <a:rPr lang="he-IL" sz="2400" dirty="0"/>
              <a:t>בין 20 ל־46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2400" dirty="0"/>
              <a:t>ספוט 1: </a:t>
            </a:r>
            <a:r>
              <a:rPr lang="es-ES" sz="2400" dirty="0"/>
              <a:t>X </a:t>
            </a:r>
            <a:r>
              <a:rPr lang="he-IL" sz="2400" dirty="0"/>
              <a:t>בין 156 ל־180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2400" dirty="0"/>
              <a:t>ספוט 2: </a:t>
            </a:r>
            <a:r>
              <a:rPr lang="es-ES" sz="2400" dirty="0"/>
              <a:t>X </a:t>
            </a:r>
            <a:r>
              <a:rPr lang="he-IL" sz="2400" dirty="0"/>
              <a:t>בין 280 ל־320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2400" dirty="0"/>
              <a:t>ספוט 3: </a:t>
            </a:r>
            <a:r>
              <a:rPr lang="es-ES" sz="2400" dirty="0"/>
              <a:t>X </a:t>
            </a:r>
            <a:r>
              <a:rPr lang="he-IL" sz="2400" dirty="0"/>
              <a:t>בין 400 ל־465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2400" dirty="0"/>
              <a:t>ספוט 4: </a:t>
            </a:r>
            <a:r>
              <a:rPr lang="es-ES" sz="2400" dirty="0"/>
              <a:t>X </a:t>
            </a:r>
            <a:r>
              <a:rPr lang="he-IL" sz="2400" dirty="0"/>
              <a:t>בין 530 ל־610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2400" b="1" dirty="0"/>
              <a:t>טיפול במקרה שקפצנו על אותו ספוט </a:t>
            </a:r>
          </a:p>
          <a:p>
            <a:pPr algn="r" rtl="1"/>
            <a:r>
              <a:rPr lang="he-IL" sz="2400" b="1" dirty="0"/>
              <a:t>    יותר מפעם אחת</a:t>
            </a:r>
            <a:endParaRPr lang="en-IL" sz="2400" b="1" dirty="0"/>
          </a:p>
        </p:txBody>
      </p:sp>
    </p:spTree>
    <p:extLst>
      <p:ext uri="{BB962C8B-B14F-4D97-AF65-F5344CB8AC3E}">
        <p14:creationId xmlns:p14="http://schemas.microsoft.com/office/powerpoint/2010/main" val="1576995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07B514-BE7A-D5C5-C68B-FD414C623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cartoon of a frog&#10;&#10;AI-generated content may be incorrect.">
            <a:extLst>
              <a:ext uri="{FF2B5EF4-FFF2-40B4-BE49-F238E27FC236}">
                <a16:creationId xmlns:a16="http://schemas.microsoft.com/office/drawing/2014/main" id="{CA6A88EE-E98A-8ECB-D538-6AB39415F8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07" r="17263"/>
          <a:stretch>
            <a:fillRect/>
          </a:stretch>
        </p:blipFill>
        <p:spPr>
          <a:xfrm>
            <a:off x="0" y="0"/>
            <a:ext cx="8048117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EC502D3-3668-1036-2814-10C9A3EE9878}"/>
              </a:ext>
            </a:extLst>
          </p:cNvPr>
          <p:cNvSpPr txBox="1"/>
          <p:nvPr/>
        </p:nvSpPr>
        <p:spPr>
          <a:xfrm>
            <a:off x="8630492" y="579352"/>
            <a:ext cx="3420275" cy="646331"/>
          </a:xfrm>
          <a:custGeom>
            <a:avLst/>
            <a:gdLst>
              <a:gd name="connsiteX0" fmla="*/ 0 w 3420275"/>
              <a:gd name="connsiteY0" fmla="*/ 0 h 646331"/>
              <a:gd name="connsiteX1" fmla="*/ 467438 w 3420275"/>
              <a:gd name="connsiteY1" fmla="*/ 0 h 646331"/>
              <a:gd name="connsiteX2" fmla="*/ 1071686 w 3420275"/>
              <a:gd name="connsiteY2" fmla="*/ 0 h 646331"/>
              <a:gd name="connsiteX3" fmla="*/ 1573327 w 3420275"/>
              <a:gd name="connsiteY3" fmla="*/ 0 h 646331"/>
              <a:gd name="connsiteX4" fmla="*/ 2109170 w 3420275"/>
              <a:gd name="connsiteY4" fmla="*/ 0 h 646331"/>
              <a:gd name="connsiteX5" fmla="*/ 2610810 w 3420275"/>
              <a:gd name="connsiteY5" fmla="*/ 0 h 646331"/>
              <a:gd name="connsiteX6" fmla="*/ 3420275 w 3420275"/>
              <a:gd name="connsiteY6" fmla="*/ 0 h 646331"/>
              <a:gd name="connsiteX7" fmla="*/ 3420275 w 3420275"/>
              <a:gd name="connsiteY7" fmla="*/ 323166 h 646331"/>
              <a:gd name="connsiteX8" fmla="*/ 3420275 w 3420275"/>
              <a:gd name="connsiteY8" fmla="*/ 646331 h 646331"/>
              <a:gd name="connsiteX9" fmla="*/ 2952837 w 3420275"/>
              <a:gd name="connsiteY9" fmla="*/ 646331 h 646331"/>
              <a:gd name="connsiteX10" fmla="*/ 2451197 w 3420275"/>
              <a:gd name="connsiteY10" fmla="*/ 646331 h 646331"/>
              <a:gd name="connsiteX11" fmla="*/ 1881151 w 3420275"/>
              <a:gd name="connsiteY11" fmla="*/ 646331 h 646331"/>
              <a:gd name="connsiteX12" fmla="*/ 1379511 w 3420275"/>
              <a:gd name="connsiteY12" fmla="*/ 646331 h 646331"/>
              <a:gd name="connsiteX13" fmla="*/ 741060 w 3420275"/>
              <a:gd name="connsiteY13" fmla="*/ 646331 h 646331"/>
              <a:gd name="connsiteX14" fmla="*/ 0 w 3420275"/>
              <a:gd name="connsiteY14" fmla="*/ 646331 h 646331"/>
              <a:gd name="connsiteX15" fmla="*/ 0 w 3420275"/>
              <a:gd name="connsiteY15" fmla="*/ 323166 h 646331"/>
              <a:gd name="connsiteX16" fmla="*/ 0 w 3420275"/>
              <a:gd name="connsiteY16" fmla="*/ 0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20275" h="646331" fill="none" extrusionOk="0">
                <a:moveTo>
                  <a:pt x="0" y="0"/>
                </a:moveTo>
                <a:cubicBezTo>
                  <a:pt x="110131" y="-37797"/>
                  <a:pt x="330340" y="35764"/>
                  <a:pt x="467438" y="0"/>
                </a:cubicBezTo>
                <a:cubicBezTo>
                  <a:pt x="604536" y="-35764"/>
                  <a:pt x="773269" y="25389"/>
                  <a:pt x="1071686" y="0"/>
                </a:cubicBezTo>
                <a:cubicBezTo>
                  <a:pt x="1370103" y="-25389"/>
                  <a:pt x="1385949" y="45253"/>
                  <a:pt x="1573327" y="0"/>
                </a:cubicBezTo>
                <a:cubicBezTo>
                  <a:pt x="1760705" y="-45253"/>
                  <a:pt x="1999570" y="48838"/>
                  <a:pt x="2109170" y="0"/>
                </a:cubicBezTo>
                <a:cubicBezTo>
                  <a:pt x="2218770" y="-48838"/>
                  <a:pt x="2408624" y="59841"/>
                  <a:pt x="2610810" y="0"/>
                </a:cubicBezTo>
                <a:cubicBezTo>
                  <a:pt x="2812996" y="-59841"/>
                  <a:pt x="3242516" y="84992"/>
                  <a:pt x="3420275" y="0"/>
                </a:cubicBezTo>
                <a:cubicBezTo>
                  <a:pt x="3455580" y="95938"/>
                  <a:pt x="3411704" y="242100"/>
                  <a:pt x="3420275" y="323166"/>
                </a:cubicBezTo>
                <a:cubicBezTo>
                  <a:pt x="3428846" y="404232"/>
                  <a:pt x="3389220" y="508404"/>
                  <a:pt x="3420275" y="646331"/>
                </a:cubicBezTo>
                <a:cubicBezTo>
                  <a:pt x="3291005" y="647732"/>
                  <a:pt x="3069653" y="621363"/>
                  <a:pt x="2952837" y="646331"/>
                </a:cubicBezTo>
                <a:cubicBezTo>
                  <a:pt x="2836021" y="671299"/>
                  <a:pt x="2598406" y="627180"/>
                  <a:pt x="2451197" y="646331"/>
                </a:cubicBezTo>
                <a:cubicBezTo>
                  <a:pt x="2303988" y="665482"/>
                  <a:pt x="2066080" y="627344"/>
                  <a:pt x="1881151" y="646331"/>
                </a:cubicBezTo>
                <a:cubicBezTo>
                  <a:pt x="1696222" y="665318"/>
                  <a:pt x="1492341" y="638231"/>
                  <a:pt x="1379511" y="646331"/>
                </a:cubicBezTo>
                <a:cubicBezTo>
                  <a:pt x="1266681" y="654431"/>
                  <a:pt x="1055574" y="594576"/>
                  <a:pt x="741060" y="646331"/>
                </a:cubicBezTo>
                <a:cubicBezTo>
                  <a:pt x="426546" y="698086"/>
                  <a:pt x="332516" y="616970"/>
                  <a:pt x="0" y="646331"/>
                </a:cubicBezTo>
                <a:cubicBezTo>
                  <a:pt x="-33129" y="580876"/>
                  <a:pt x="27089" y="399299"/>
                  <a:pt x="0" y="323166"/>
                </a:cubicBezTo>
                <a:cubicBezTo>
                  <a:pt x="-27089" y="247034"/>
                  <a:pt x="17804" y="124813"/>
                  <a:pt x="0" y="0"/>
                </a:cubicBezTo>
                <a:close/>
              </a:path>
              <a:path w="3420275" h="646331" stroke="0" extrusionOk="0">
                <a:moveTo>
                  <a:pt x="0" y="0"/>
                </a:moveTo>
                <a:cubicBezTo>
                  <a:pt x="250355" y="-33846"/>
                  <a:pt x="341796" y="20773"/>
                  <a:pt x="501640" y="0"/>
                </a:cubicBezTo>
                <a:cubicBezTo>
                  <a:pt x="661484" y="-20773"/>
                  <a:pt x="778782" y="22211"/>
                  <a:pt x="969078" y="0"/>
                </a:cubicBezTo>
                <a:cubicBezTo>
                  <a:pt x="1159374" y="-22211"/>
                  <a:pt x="1242346" y="29687"/>
                  <a:pt x="1470718" y="0"/>
                </a:cubicBezTo>
                <a:cubicBezTo>
                  <a:pt x="1699090" y="-29687"/>
                  <a:pt x="1847574" y="46545"/>
                  <a:pt x="2040764" y="0"/>
                </a:cubicBezTo>
                <a:cubicBezTo>
                  <a:pt x="2233954" y="-46545"/>
                  <a:pt x="2400388" y="3401"/>
                  <a:pt x="2679215" y="0"/>
                </a:cubicBezTo>
                <a:cubicBezTo>
                  <a:pt x="2958042" y="-3401"/>
                  <a:pt x="3162037" y="62072"/>
                  <a:pt x="3420275" y="0"/>
                </a:cubicBezTo>
                <a:cubicBezTo>
                  <a:pt x="3452620" y="78276"/>
                  <a:pt x="3396766" y="225767"/>
                  <a:pt x="3420275" y="329629"/>
                </a:cubicBezTo>
                <a:cubicBezTo>
                  <a:pt x="3443784" y="433491"/>
                  <a:pt x="3406765" y="564734"/>
                  <a:pt x="3420275" y="646331"/>
                </a:cubicBezTo>
                <a:cubicBezTo>
                  <a:pt x="3270726" y="703266"/>
                  <a:pt x="2999877" y="630331"/>
                  <a:pt x="2781824" y="646331"/>
                </a:cubicBezTo>
                <a:cubicBezTo>
                  <a:pt x="2563771" y="662331"/>
                  <a:pt x="2467362" y="630130"/>
                  <a:pt x="2314386" y="646331"/>
                </a:cubicBezTo>
                <a:cubicBezTo>
                  <a:pt x="2161410" y="662532"/>
                  <a:pt x="1956658" y="644257"/>
                  <a:pt x="1778543" y="646331"/>
                </a:cubicBezTo>
                <a:cubicBezTo>
                  <a:pt x="1600428" y="648405"/>
                  <a:pt x="1486109" y="608891"/>
                  <a:pt x="1276903" y="646331"/>
                </a:cubicBezTo>
                <a:cubicBezTo>
                  <a:pt x="1067697" y="683771"/>
                  <a:pt x="934871" y="633504"/>
                  <a:pt x="775262" y="646331"/>
                </a:cubicBezTo>
                <a:cubicBezTo>
                  <a:pt x="615653" y="659158"/>
                  <a:pt x="275563" y="612835"/>
                  <a:pt x="0" y="646331"/>
                </a:cubicBezTo>
                <a:cubicBezTo>
                  <a:pt x="-33584" y="509825"/>
                  <a:pt x="32345" y="466981"/>
                  <a:pt x="0" y="336092"/>
                </a:cubicBezTo>
                <a:cubicBezTo>
                  <a:pt x="-32345" y="205203"/>
                  <a:pt x="38182" y="115997"/>
                  <a:pt x="0" y="0"/>
                </a:cubicBezTo>
                <a:close/>
              </a:path>
            </a:pathLst>
          </a:custGeom>
          <a:solidFill>
            <a:srgbClr val="9CAE58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17395296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571500" indent="-571500" algn="r" rtl="1">
              <a:buFont typeface="Wingdings" panose="05000000000000000000" pitchFamily="2" charset="2"/>
              <a:buChar char="q"/>
            </a:pPr>
            <a:r>
              <a:rPr lang="he-IL" sz="3600" dirty="0"/>
              <a:t>זיהוי התנגשות</a:t>
            </a:r>
            <a:endParaRPr lang="en-IL" sz="3600" dirty="0"/>
          </a:p>
        </p:txBody>
      </p:sp>
      <p:sp>
        <p:nvSpPr>
          <p:cNvPr id="3" name="תיבת טקסט 17">
            <a:extLst>
              <a:ext uri="{FF2B5EF4-FFF2-40B4-BE49-F238E27FC236}">
                <a16:creationId xmlns:a16="http://schemas.microsoft.com/office/drawing/2014/main" id="{CB1BDB70-A6C3-64D4-C8D5-7C0DEBC2A206}"/>
              </a:ext>
            </a:extLst>
          </p:cNvPr>
          <p:cNvSpPr txBox="1"/>
          <p:nvPr/>
        </p:nvSpPr>
        <p:spPr>
          <a:xfrm>
            <a:off x="6191394" y="1547798"/>
            <a:ext cx="5859373" cy="1631216"/>
          </a:xfrm>
          <a:custGeom>
            <a:avLst/>
            <a:gdLst>
              <a:gd name="connsiteX0" fmla="*/ 0 w 5859373"/>
              <a:gd name="connsiteY0" fmla="*/ 0 h 1631216"/>
              <a:gd name="connsiteX1" fmla="*/ 5859373 w 5859373"/>
              <a:gd name="connsiteY1" fmla="*/ 0 h 1631216"/>
              <a:gd name="connsiteX2" fmla="*/ 5859373 w 5859373"/>
              <a:gd name="connsiteY2" fmla="*/ 1631216 h 1631216"/>
              <a:gd name="connsiteX3" fmla="*/ 0 w 5859373"/>
              <a:gd name="connsiteY3" fmla="*/ 1631216 h 1631216"/>
              <a:gd name="connsiteX4" fmla="*/ 0 w 5859373"/>
              <a:gd name="connsiteY4" fmla="*/ 0 h 1631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9373" h="1631216" fill="none" extrusionOk="0">
                <a:moveTo>
                  <a:pt x="0" y="0"/>
                </a:moveTo>
                <a:cubicBezTo>
                  <a:pt x="2320991" y="42183"/>
                  <a:pt x="3878110" y="16195"/>
                  <a:pt x="5859373" y="0"/>
                </a:cubicBezTo>
                <a:cubicBezTo>
                  <a:pt x="5824471" y="664534"/>
                  <a:pt x="5785844" y="1108305"/>
                  <a:pt x="5859373" y="1631216"/>
                </a:cubicBezTo>
                <a:cubicBezTo>
                  <a:pt x="4746125" y="1645613"/>
                  <a:pt x="1308827" y="1790647"/>
                  <a:pt x="0" y="1631216"/>
                </a:cubicBezTo>
                <a:cubicBezTo>
                  <a:pt x="143790" y="904943"/>
                  <a:pt x="145333" y="795556"/>
                  <a:pt x="0" y="0"/>
                </a:cubicBezTo>
                <a:close/>
              </a:path>
              <a:path w="5859373" h="1631216" stroke="0" extrusionOk="0">
                <a:moveTo>
                  <a:pt x="0" y="0"/>
                </a:moveTo>
                <a:cubicBezTo>
                  <a:pt x="1458540" y="-14835"/>
                  <a:pt x="5201648" y="-156115"/>
                  <a:pt x="5859373" y="0"/>
                </a:cubicBezTo>
                <a:cubicBezTo>
                  <a:pt x="5946645" y="549188"/>
                  <a:pt x="5731372" y="1433922"/>
                  <a:pt x="5859373" y="1631216"/>
                </a:cubicBezTo>
                <a:cubicBezTo>
                  <a:pt x="4824763" y="1643525"/>
                  <a:pt x="632834" y="1794283"/>
                  <a:pt x="0" y="1631216"/>
                </a:cubicBezTo>
                <a:cubicBezTo>
                  <a:pt x="87893" y="1419057"/>
                  <a:pt x="-17862" y="514236"/>
                  <a:pt x="0" y="0"/>
                </a:cubicBezTo>
                <a:close/>
              </a:path>
            </a:pathLst>
          </a:custGeom>
          <a:solidFill>
            <a:srgbClr val="F2E9E0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238174965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 rtlCol="1">
            <a:spAutoFit/>
          </a:bodyPr>
          <a:lstStyle>
            <a:defPPr>
              <a:defRPr lang="he-IL"/>
            </a:defPPr>
            <a:lvl1pPr marL="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he-IL" sz="2000" dirty="0">
                <a:latin typeface="Heebo" pitchFamily="2" charset="-79"/>
                <a:cs typeface="Heebo" pitchFamily="2" charset="-79"/>
              </a:rPr>
              <a:t>מקבל את כל בקשות </a:t>
            </a:r>
            <a:r>
              <a:rPr lang="he-IL" sz="2000" b="1" dirty="0">
                <a:latin typeface="Heebo" pitchFamily="2" charset="-79"/>
                <a:cs typeface="Heebo" pitchFamily="2" charset="-79"/>
              </a:rPr>
              <a:t>הכתיבה למסך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he-IL" sz="2000" dirty="0">
                <a:latin typeface="Heebo" pitchFamily="2" charset="-79"/>
                <a:cs typeface="Heebo" pitchFamily="2" charset="-79"/>
              </a:rPr>
              <a:t>מוציא כפלט חוטים המודיעים על </a:t>
            </a:r>
            <a:r>
              <a:rPr lang="he-IL" sz="2000" b="1" dirty="0">
                <a:latin typeface="Heebo" pitchFamily="2" charset="-79"/>
                <a:cs typeface="Heebo" pitchFamily="2" charset="-79"/>
              </a:rPr>
              <a:t>התנגשות בין כל שני אובייקטים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he-IL" sz="2000" b="1" dirty="0">
                <a:latin typeface="Heebo" pitchFamily="2" charset="-79"/>
                <a:cs typeface="Heebo" pitchFamily="2" charset="-79"/>
              </a:rPr>
              <a:t>מזהה התנגשות בין צפרדע לבין בול עץ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he-IL" sz="2000" b="1" dirty="0">
                <a:latin typeface="Heebo" pitchFamily="2" charset="-79"/>
                <a:cs typeface="Heebo" pitchFamily="2" charset="-79"/>
              </a:rPr>
              <a:t>מזהה התנגשות בין צפרדע למתנה בשלב האחרון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E593A4-7225-118B-98C4-F323D0F73964}"/>
              </a:ext>
            </a:extLst>
          </p:cNvPr>
          <p:cNvSpPr txBox="1"/>
          <p:nvPr/>
        </p:nvSpPr>
        <p:spPr>
          <a:xfrm>
            <a:off x="8630491" y="4049010"/>
            <a:ext cx="3420275" cy="646331"/>
          </a:xfrm>
          <a:custGeom>
            <a:avLst/>
            <a:gdLst>
              <a:gd name="connsiteX0" fmla="*/ 0 w 3420275"/>
              <a:gd name="connsiteY0" fmla="*/ 0 h 646331"/>
              <a:gd name="connsiteX1" fmla="*/ 467438 w 3420275"/>
              <a:gd name="connsiteY1" fmla="*/ 0 h 646331"/>
              <a:gd name="connsiteX2" fmla="*/ 1071686 w 3420275"/>
              <a:gd name="connsiteY2" fmla="*/ 0 h 646331"/>
              <a:gd name="connsiteX3" fmla="*/ 1573327 w 3420275"/>
              <a:gd name="connsiteY3" fmla="*/ 0 h 646331"/>
              <a:gd name="connsiteX4" fmla="*/ 2109170 w 3420275"/>
              <a:gd name="connsiteY4" fmla="*/ 0 h 646331"/>
              <a:gd name="connsiteX5" fmla="*/ 2610810 w 3420275"/>
              <a:gd name="connsiteY5" fmla="*/ 0 h 646331"/>
              <a:gd name="connsiteX6" fmla="*/ 3420275 w 3420275"/>
              <a:gd name="connsiteY6" fmla="*/ 0 h 646331"/>
              <a:gd name="connsiteX7" fmla="*/ 3420275 w 3420275"/>
              <a:gd name="connsiteY7" fmla="*/ 323166 h 646331"/>
              <a:gd name="connsiteX8" fmla="*/ 3420275 w 3420275"/>
              <a:gd name="connsiteY8" fmla="*/ 646331 h 646331"/>
              <a:gd name="connsiteX9" fmla="*/ 2952837 w 3420275"/>
              <a:gd name="connsiteY9" fmla="*/ 646331 h 646331"/>
              <a:gd name="connsiteX10" fmla="*/ 2451197 w 3420275"/>
              <a:gd name="connsiteY10" fmla="*/ 646331 h 646331"/>
              <a:gd name="connsiteX11" fmla="*/ 1881151 w 3420275"/>
              <a:gd name="connsiteY11" fmla="*/ 646331 h 646331"/>
              <a:gd name="connsiteX12" fmla="*/ 1379511 w 3420275"/>
              <a:gd name="connsiteY12" fmla="*/ 646331 h 646331"/>
              <a:gd name="connsiteX13" fmla="*/ 741060 w 3420275"/>
              <a:gd name="connsiteY13" fmla="*/ 646331 h 646331"/>
              <a:gd name="connsiteX14" fmla="*/ 0 w 3420275"/>
              <a:gd name="connsiteY14" fmla="*/ 646331 h 646331"/>
              <a:gd name="connsiteX15" fmla="*/ 0 w 3420275"/>
              <a:gd name="connsiteY15" fmla="*/ 323166 h 646331"/>
              <a:gd name="connsiteX16" fmla="*/ 0 w 3420275"/>
              <a:gd name="connsiteY16" fmla="*/ 0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20275" h="646331" fill="none" extrusionOk="0">
                <a:moveTo>
                  <a:pt x="0" y="0"/>
                </a:moveTo>
                <a:cubicBezTo>
                  <a:pt x="110131" y="-37797"/>
                  <a:pt x="330340" y="35764"/>
                  <a:pt x="467438" y="0"/>
                </a:cubicBezTo>
                <a:cubicBezTo>
                  <a:pt x="604536" y="-35764"/>
                  <a:pt x="773269" y="25389"/>
                  <a:pt x="1071686" y="0"/>
                </a:cubicBezTo>
                <a:cubicBezTo>
                  <a:pt x="1370103" y="-25389"/>
                  <a:pt x="1385949" y="45253"/>
                  <a:pt x="1573327" y="0"/>
                </a:cubicBezTo>
                <a:cubicBezTo>
                  <a:pt x="1760705" y="-45253"/>
                  <a:pt x="1999570" y="48838"/>
                  <a:pt x="2109170" y="0"/>
                </a:cubicBezTo>
                <a:cubicBezTo>
                  <a:pt x="2218770" y="-48838"/>
                  <a:pt x="2408624" y="59841"/>
                  <a:pt x="2610810" y="0"/>
                </a:cubicBezTo>
                <a:cubicBezTo>
                  <a:pt x="2812996" y="-59841"/>
                  <a:pt x="3242516" y="84992"/>
                  <a:pt x="3420275" y="0"/>
                </a:cubicBezTo>
                <a:cubicBezTo>
                  <a:pt x="3455580" y="95938"/>
                  <a:pt x="3411704" y="242100"/>
                  <a:pt x="3420275" y="323166"/>
                </a:cubicBezTo>
                <a:cubicBezTo>
                  <a:pt x="3428846" y="404232"/>
                  <a:pt x="3389220" y="508404"/>
                  <a:pt x="3420275" y="646331"/>
                </a:cubicBezTo>
                <a:cubicBezTo>
                  <a:pt x="3291005" y="647732"/>
                  <a:pt x="3069653" y="621363"/>
                  <a:pt x="2952837" y="646331"/>
                </a:cubicBezTo>
                <a:cubicBezTo>
                  <a:pt x="2836021" y="671299"/>
                  <a:pt x="2598406" y="627180"/>
                  <a:pt x="2451197" y="646331"/>
                </a:cubicBezTo>
                <a:cubicBezTo>
                  <a:pt x="2303988" y="665482"/>
                  <a:pt x="2066080" y="627344"/>
                  <a:pt x="1881151" y="646331"/>
                </a:cubicBezTo>
                <a:cubicBezTo>
                  <a:pt x="1696222" y="665318"/>
                  <a:pt x="1492341" y="638231"/>
                  <a:pt x="1379511" y="646331"/>
                </a:cubicBezTo>
                <a:cubicBezTo>
                  <a:pt x="1266681" y="654431"/>
                  <a:pt x="1055574" y="594576"/>
                  <a:pt x="741060" y="646331"/>
                </a:cubicBezTo>
                <a:cubicBezTo>
                  <a:pt x="426546" y="698086"/>
                  <a:pt x="332516" y="616970"/>
                  <a:pt x="0" y="646331"/>
                </a:cubicBezTo>
                <a:cubicBezTo>
                  <a:pt x="-33129" y="580876"/>
                  <a:pt x="27089" y="399299"/>
                  <a:pt x="0" y="323166"/>
                </a:cubicBezTo>
                <a:cubicBezTo>
                  <a:pt x="-27089" y="247034"/>
                  <a:pt x="17804" y="124813"/>
                  <a:pt x="0" y="0"/>
                </a:cubicBezTo>
                <a:close/>
              </a:path>
              <a:path w="3420275" h="646331" stroke="0" extrusionOk="0">
                <a:moveTo>
                  <a:pt x="0" y="0"/>
                </a:moveTo>
                <a:cubicBezTo>
                  <a:pt x="250355" y="-33846"/>
                  <a:pt x="341796" y="20773"/>
                  <a:pt x="501640" y="0"/>
                </a:cubicBezTo>
                <a:cubicBezTo>
                  <a:pt x="661484" y="-20773"/>
                  <a:pt x="778782" y="22211"/>
                  <a:pt x="969078" y="0"/>
                </a:cubicBezTo>
                <a:cubicBezTo>
                  <a:pt x="1159374" y="-22211"/>
                  <a:pt x="1242346" y="29687"/>
                  <a:pt x="1470718" y="0"/>
                </a:cubicBezTo>
                <a:cubicBezTo>
                  <a:pt x="1699090" y="-29687"/>
                  <a:pt x="1847574" y="46545"/>
                  <a:pt x="2040764" y="0"/>
                </a:cubicBezTo>
                <a:cubicBezTo>
                  <a:pt x="2233954" y="-46545"/>
                  <a:pt x="2400388" y="3401"/>
                  <a:pt x="2679215" y="0"/>
                </a:cubicBezTo>
                <a:cubicBezTo>
                  <a:pt x="2958042" y="-3401"/>
                  <a:pt x="3162037" y="62072"/>
                  <a:pt x="3420275" y="0"/>
                </a:cubicBezTo>
                <a:cubicBezTo>
                  <a:pt x="3452620" y="78276"/>
                  <a:pt x="3396766" y="225767"/>
                  <a:pt x="3420275" y="329629"/>
                </a:cubicBezTo>
                <a:cubicBezTo>
                  <a:pt x="3443784" y="433491"/>
                  <a:pt x="3406765" y="564734"/>
                  <a:pt x="3420275" y="646331"/>
                </a:cubicBezTo>
                <a:cubicBezTo>
                  <a:pt x="3270726" y="703266"/>
                  <a:pt x="2999877" y="630331"/>
                  <a:pt x="2781824" y="646331"/>
                </a:cubicBezTo>
                <a:cubicBezTo>
                  <a:pt x="2563771" y="662331"/>
                  <a:pt x="2467362" y="630130"/>
                  <a:pt x="2314386" y="646331"/>
                </a:cubicBezTo>
                <a:cubicBezTo>
                  <a:pt x="2161410" y="662532"/>
                  <a:pt x="1956658" y="644257"/>
                  <a:pt x="1778543" y="646331"/>
                </a:cubicBezTo>
                <a:cubicBezTo>
                  <a:pt x="1600428" y="648405"/>
                  <a:pt x="1486109" y="608891"/>
                  <a:pt x="1276903" y="646331"/>
                </a:cubicBezTo>
                <a:cubicBezTo>
                  <a:pt x="1067697" y="683771"/>
                  <a:pt x="934871" y="633504"/>
                  <a:pt x="775262" y="646331"/>
                </a:cubicBezTo>
                <a:cubicBezTo>
                  <a:pt x="615653" y="659158"/>
                  <a:pt x="275563" y="612835"/>
                  <a:pt x="0" y="646331"/>
                </a:cubicBezTo>
                <a:cubicBezTo>
                  <a:pt x="-33584" y="509825"/>
                  <a:pt x="32345" y="466981"/>
                  <a:pt x="0" y="336092"/>
                </a:cubicBezTo>
                <a:cubicBezTo>
                  <a:pt x="-32345" y="205203"/>
                  <a:pt x="38182" y="115997"/>
                  <a:pt x="0" y="0"/>
                </a:cubicBezTo>
                <a:close/>
              </a:path>
            </a:pathLst>
          </a:custGeom>
          <a:solidFill>
            <a:srgbClr val="9CAE58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17395296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571500" indent="-571500" algn="r" rtl="1">
              <a:buFont typeface="Wingdings" panose="05000000000000000000" pitchFamily="2" charset="2"/>
              <a:buChar char="q"/>
            </a:pPr>
            <a:r>
              <a:rPr lang="he-IL" sz="3600" dirty="0"/>
              <a:t>יצירת </a:t>
            </a:r>
            <a:r>
              <a:rPr lang="he-IL" sz="3600" dirty="0" err="1"/>
              <a:t>פולסים</a:t>
            </a:r>
            <a:endParaRPr lang="en-IL" sz="3600" dirty="0"/>
          </a:p>
        </p:txBody>
      </p:sp>
    </p:spTree>
    <p:extLst>
      <p:ext uri="{BB962C8B-B14F-4D97-AF65-F5344CB8AC3E}">
        <p14:creationId xmlns:p14="http://schemas.microsoft.com/office/powerpoint/2010/main" val="1610023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BDFCA2-BC85-625C-7A52-D1A606685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cartoon of a frog&#10;&#10;AI-generated content may be incorrect.">
            <a:extLst>
              <a:ext uri="{FF2B5EF4-FFF2-40B4-BE49-F238E27FC236}">
                <a16:creationId xmlns:a16="http://schemas.microsoft.com/office/drawing/2014/main" id="{75FD20A3-0F35-B8E2-3945-6E16D69FEA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07" r="17263"/>
          <a:stretch>
            <a:fillRect/>
          </a:stretch>
        </p:blipFill>
        <p:spPr>
          <a:xfrm>
            <a:off x="0" y="0"/>
            <a:ext cx="8048117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13F84B5-F9DD-356D-16E1-A070BE260046}"/>
              </a:ext>
            </a:extLst>
          </p:cNvPr>
          <p:cNvSpPr txBox="1"/>
          <p:nvPr/>
        </p:nvSpPr>
        <p:spPr>
          <a:xfrm>
            <a:off x="7308222" y="376928"/>
            <a:ext cx="4584926" cy="646331"/>
          </a:xfrm>
          <a:custGeom>
            <a:avLst/>
            <a:gdLst>
              <a:gd name="connsiteX0" fmla="*/ 0 w 4584926"/>
              <a:gd name="connsiteY0" fmla="*/ 0 h 646331"/>
              <a:gd name="connsiteX1" fmla="*/ 527266 w 4584926"/>
              <a:gd name="connsiteY1" fmla="*/ 0 h 646331"/>
              <a:gd name="connsiteX2" fmla="*/ 1100382 w 4584926"/>
              <a:gd name="connsiteY2" fmla="*/ 0 h 646331"/>
              <a:gd name="connsiteX3" fmla="*/ 1673498 w 4584926"/>
              <a:gd name="connsiteY3" fmla="*/ 0 h 646331"/>
              <a:gd name="connsiteX4" fmla="*/ 2338312 w 4584926"/>
              <a:gd name="connsiteY4" fmla="*/ 0 h 646331"/>
              <a:gd name="connsiteX5" fmla="*/ 2911428 w 4584926"/>
              <a:gd name="connsiteY5" fmla="*/ 0 h 646331"/>
              <a:gd name="connsiteX6" fmla="*/ 3530393 w 4584926"/>
              <a:gd name="connsiteY6" fmla="*/ 0 h 646331"/>
              <a:gd name="connsiteX7" fmla="*/ 4584926 w 4584926"/>
              <a:gd name="connsiteY7" fmla="*/ 0 h 646331"/>
              <a:gd name="connsiteX8" fmla="*/ 4584926 w 4584926"/>
              <a:gd name="connsiteY8" fmla="*/ 336092 h 646331"/>
              <a:gd name="connsiteX9" fmla="*/ 4584926 w 4584926"/>
              <a:gd name="connsiteY9" fmla="*/ 646331 h 646331"/>
              <a:gd name="connsiteX10" fmla="*/ 4149358 w 4584926"/>
              <a:gd name="connsiteY10" fmla="*/ 646331 h 646331"/>
              <a:gd name="connsiteX11" fmla="*/ 3576242 w 4584926"/>
              <a:gd name="connsiteY11" fmla="*/ 646331 h 646331"/>
              <a:gd name="connsiteX12" fmla="*/ 3048976 w 4584926"/>
              <a:gd name="connsiteY12" fmla="*/ 646331 h 646331"/>
              <a:gd name="connsiteX13" fmla="*/ 2475860 w 4584926"/>
              <a:gd name="connsiteY13" fmla="*/ 646331 h 646331"/>
              <a:gd name="connsiteX14" fmla="*/ 1856895 w 4584926"/>
              <a:gd name="connsiteY14" fmla="*/ 646331 h 646331"/>
              <a:gd name="connsiteX15" fmla="*/ 1237930 w 4584926"/>
              <a:gd name="connsiteY15" fmla="*/ 646331 h 646331"/>
              <a:gd name="connsiteX16" fmla="*/ 710664 w 4584926"/>
              <a:gd name="connsiteY16" fmla="*/ 646331 h 646331"/>
              <a:gd name="connsiteX17" fmla="*/ 0 w 4584926"/>
              <a:gd name="connsiteY17" fmla="*/ 646331 h 646331"/>
              <a:gd name="connsiteX18" fmla="*/ 0 w 4584926"/>
              <a:gd name="connsiteY18" fmla="*/ 329629 h 646331"/>
              <a:gd name="connsiteX19" fmla="*/ 0 w 4584926"/>
              <a:gd name="connsiteY19" fmla="*/ 0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584926" h="646331" fill="none" extrusionOk="0">
                <a:moveTo>
                  <a:pt x="0" y="0"/>
                </a:moveTo>
                <a:cubicBezTo>
                  <a:pt x="235327" y="-8325"/>
                  <a:pt x="353740" y="44148"/>
                  <a:pt x="527266" y="0"/>
                </a:cubicBezTo>
                <a:cubicBezTo>
                  <a:pt x="700792" y="-44148"/>
                  <a:pt x="896923" y="67449"/>
                  <a:pt x="1100382" y="0"/>
                </a:cubicBezTo>
                <a:cubicBezTo>
                  <a:pt x="1303841" y="-67449"/>
                  <a:pt x="1517879" y="5707"/>
                  <a:pt x="1673498" y="0"/>
                </a:cubicBezTo>
                <a:cubicBezTo>
                  <a:pt x="1829117" y="-5707"/>
                  <a:pt x="2148538" y="31497"/>
                  <a:pt x="2338312" y="0"/>
                </a:cubicBezTo>
                <a:cubicBezTo>
                  <a:pt x="2528086" y="-31497"/>
                  <a:pt x="2762786" y="23027"/>
                  <a:pt x="2911428" y="0"/>
                </a:cubicBezTo>
                <a:cubicBezTo>
                  <a:pt x="3060070" y="-23027"/>
                  <a:pt x="3223020" y="40711"/>
                  <a:pt x="3530393" y="0"/>
                </a:cubicBezTo>
                <a:cubicBezTo>
                  <a:pt x="3837766" y="-40711"/>
                  <a:pt x="4260947" y="96099"/>
                  <a:pt x="4584926" y="0"/>
                </a:cubicBezTo>
                <a:cubicBezTo>
                  <a:pt x="4607796" y="165520"/>
                  <a:pt x="4567818" y="175454"/>
                  <a:pt x="4584926" y="336092"/>
                </a:cubicBezTo>
                <a:cubicBezTo>
                  <a:pt x="4602034" y="496730"/>
                  <a:pt x="4575158" y="537857"/>
                  <a:pt x="4584926" y="646331"/>
                </a:cubicBezTo>
                <a:cubicBezTo>
                  <a:pt x="4419694" y="681932"/>
                  <a:pt x="4348137" y="633376"/>
                  <a:pt x="4149358" y="646331"/>
                </a:cubicBezTo>
                <a:cubicBezTo>
                  <a:pt x="3950579" y="659286"/>
                  <a:pt x="3698382" y="616630"/>
                  <a:pt x="3576242" y="646331"/>
                </a:cubicBezTo>
                <a:cubicBezTo>
                  <a:pt x="3454102" y="676032"/>
                  <a:pt x="3310122" y="604207"/>
                  <a:pt x="3048976" y="646331"/>
                </a:cubicBezTo>
                <a:cubicBezTo>
                  <a:pt x="2787830" y="688455"/>
                  <a:pt x="2670944" y="601301"/>
                  <a:pt x="2475860" y="646331"/>
                </a:cubicBezTo>
                <a:cubicBezTo>
                  <a:pt x="2280776" y="691361"/>
                  <a:pt x="2163151" y="601075"/>
                  <a:pt x="1856895" y="646331"/>
                </a:cubicBezTo>
                <a:cubicBezTo>
                  <a:pt x="1550639" y="691587"/>
                  <a:pt x="1461685" y="622679"/>
                  <a:pt x="1237930" y="646331"/>
                </a:cubicBezTo>
                <a:cubicBezTo>
                  <a:pt x="1014175" y="669983"/>
                  <a:pt x="943139" y="626429"/>
                  <a:pt x="710664" y="646331"/>
                </a:cubicBezTo>
                <a:cubicBezTo>
                  <a:pt x="478189" y="666233"/>
                  <a:pt x="190920" y="624877"/>
                  <a:pt x="0" y="646331"/>
                </a:cubicBezTo>
                <a:cubicBezTo>
                  <a:pt x="-28699" y="551876"/>
                  <a:pt x="17955" y="435289"/>
                  <a:pt x="0" y="329629"/>
                </a:cubicBezTo>
                <a:cubicBezTo>
                  <a:pt x="-17955" y="223969"/>
                  <a:pt x="8655" y="117878"/>
                  <a:pt x="0" y="0"/>
                </a:cubicBezTo>
                <a:close/>
              </a:path>
              <a:path w="4584926" h="646331" stroke="0" extrusionOk="0">
                <a:moveTo>
                  <a:pt x="0" y="0"/>
                </a:moveTo>
                <a:cubicBezTo>
                  <a:pt x="104964" y="-48686"/>
                  <a:pt x="266065" y="17272"/>
                  <a:pt x="481417" y="0"/>
                </a:cubicBezTo>
                <a:cubicBezTo>
                  <a:pt x="696769" y="-17272"/>
                  <a:pt x="816884" y="41961"/>
                  <a:pt x="916985" y="0"/>
                </a:cubicBezTo>
                <a:cubicBezTo>
                  <a:pt x="1017086" y="-41961"/>
                  <a:pt x="1284954" y="18455"/>
                  <a:pt x="1398402" y="0"/>
                </a:cubicBezTo>
                <a:cubicBezTo>
                  <a:pt x="1511850" y="-18455"/>
                  <a:pt x="1836942" y="20930"/>
                  <a:pt x="1971518" y="0"/>
                </a:cubicBezTo>
                <a:cubicBezTo>
                  <a:pt x="2106094" y="-20930"/>
                  <a:pt x="2374292" y="28498"/>
                  <a:pt x="2636332" y="0"/>
                </a:cubicBezTo>
                <a:cubicBezTo>
                  <a:pt x="2898372" y="-28498"/>
                  <a:pt x="3080547" y="54040"/>
                  <a:pt x="3301147" y="0"/>
                </a:cubicBezTo>
                <a:cubicBezTo>
                  <a:pt x="3521748" y="-54040"/>
                  <a:pt x="3794279" y="69546"/>
                  <a:pt x="3920112" y="0"/>
                </a:cubicBezTo>
                <a:cubicBezTo>
                  <a:pt x="4045945" y="-69546"/>
                  <a:pt x="4440258" y="78781"/>
                  <a:pt x="4584926" y="0"/>
                </a:cubicBezTo>
                <a:cubicBezTo>
                  <a:pt x="4595257" y="149188"/>
                  <a:pt x="4554730" y="232401"/>
                  <a:pt x="4584926" y="303776"/>
                </a:cubicBezTo>
                <a:cubicBezTo>
                  <a:pt x="4615122" y="375151"/>
                  <a:pt x="4581652" y="549868"/>
                  <a:pt x="4584926" y="646331"/>
                </a:cubicBezTo>
                <a:cubicBezTo>
                  <a:pt x="4411894" y="666756"/>
                  <a:pt x="4102762" y="644975"/>
                  <a:pt x="3920112" y="646331"/>
                </a:cubicBezTo>
                <a:cubicBezTo>
                  <a:pt x="3737462" y="647687"/>
                  <a:pt x="3648487" y="607302"/>
                  <a:pt x="3438695" y="646331"/>
                </a:cubicBezTo>
                <a:cubicBezTo>
                  <a:pt x="3228903" y="685360"/>
                  <a:pt x="3058274" y="625783"/>
                  <a:pt x="2957277" y="646331"/>
                </a:cubicBezTo>
                <a:cubicBezTo>
                  <a:pt x="2856280" y="666879"/>
                  <a:pt x="2535992" y="599798"/>
                  <a:pt x="2292463" y="646331"/>
                </a:cubicBezTo>
                <a:cubicBezTo>
                  <a:pt x="2048934" y="692864"/>
                  <a:pt x="2037321" y="639503"/>
                  <a:pt x="1811046" y="646331"/>
                </a:cubicBezTo>
                <a:cubicBezTo>
                  <a:pt x="1584771" y="653159"/>
                  <a:pt x="1415723" y="631272"/>
                  <a:pt x="1146232" y="646331"/>
                </a:cubicBezTo>
                <a:cubicBezTo>
                  <a:pt x="876741" y="661390"/>
                  <a:pt x="803875" y="640082"/>
                  <a:pt x="664814" y="646331"/>
                </a:cubicBezTo>
                <a:cubicBezTo>
                  <a:pt x="525753" y="652580"/>
                  <a:pt x="287366" y="633339"/>
                  <a:pt x="0" y="646331"/>
                </a:cubicBezTo>
                <a:cubicBezTo>
                  <a:pt x="-24742" y="562919"/>
                  <a:pt x="3587" y="400543"/>
                  <a:pt x="0" y="329629"/>
                </a:cubicBezTo>
                <a:cubicBezTo>
                  <a:pt x="-3587" y="258715"/>
                  <a:pt x="14608" y="149084"/>
                  <a:pt x="0" y="0"/>
                </a:cubicBezTo>
                <a:close/>
              </a:path>
            </a:pathLst>
          </a:custGeom>
          <a:solidFill>
            <a:srgbClr val="9EAD58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17395296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571500" indent="-571500" algn="r" rtl="1">
              <a:buFont typeface="Wingdings" panose="05000000000000000000" pitchFamily="2" charset="2"/>
              <a:buChar char="q"/>
            </a:pPr>
            <a:r>
              <a:rPr lang="he-IL" sz="3600" dirty="0"/>
              <a:t>שליטה בחיים וניקוד</a:t>
            </a:r>
            <a:endParaRPr lang="en-IL" sz="3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7DE5F2-2129-B3E5-406E-16B76A2E09D0}"/>
              </a:ext>
            </a:extLst>
          </p:cNvPr>
          <p:cNvSpPr txBox="1"/>
          <p:nvPr/>
        </p:nvSpPr>
        <p:spPr>
          <a:xfrm>
            <a:off x="7308222" y="1506550"/>
            <a:ext cx="4584926" cy="1200329"/>
          </a:xfrm>
          <a:custGeom>
            <a:avLst/>
            <a:gdLst>
              <a:gd name="connsiteX0" fmla="*/ 0 w 4584926"/>
              <a:gd name="connsiteY0" fmla="*/ 0 h 1200329"/>
              <a:gd name="connsiteX1" fmla="*/ 527266 w 4584926"/>
              <a:gd name="connsiteY1" fmla="*/ 0 h 1200329"/>
              <a:gd name="connsiteX2" fmla="*/ 1192081 w 4584926"/>
              <a:gd name="connsiteY2" fmla="*/ 0 h 1200329"/>
              <a:gd name="connsiteX3" fmla="*/ 1765197 w 4584926"/>
              <a:gd name="connsiteY3" fmla="*/ 0 h 1200329"/>
              <a:gd name="connsiteX4" fmla="*/ 2384162 w 4584926"/>
              <a:gd name="connsiteY4" fmla="*/ 0 h 1200329"/>
              <a:gd name="connsiteX5" fmla="*/ 3048976 w 4584926"/>
              <a:gd name="connsiteY5" fmla="*/ 0 h 1200329"/>
              <a:gd name="connsiteX6" fmla="*/ 3713790 w 4584926"/>
              <a:gd name="connsiteY6" fmla="*/ 0 h 1200329"/>
              <a:gd name="connsiteX7" fmla="*/ 4584926 w 4584926"/>
              <a:gd name="connsiteY7" fmla="*/ 0 h 1200329"/>
              <a:gd name="connsiteX8" fmla="*/ 4584926 w 4584926"/>
              <a:gd name="connsiteY8" fmla="*/ 364100 h 1200329"/>
              <a:gd name="connsiteX9" fmla="*/ 4584926 w 4584926"/>
              <a:gd name="connsiteY9" fmla="*/ 788216 h 1200329"/>
              <a:gd name="connsiteX10" fmla="*/ 4584926 w 4584926"/>
              <a:gd name="connsiteY10" fmla="*/ 1200329 h 1200329"/>
              <a:gd name="connsiteX11" fmla="*/ 4011810 w 4584926"/>
              <a:gd name="connsiteY11" fmla="*/ 1200329 h 1200329"/>
              <a:gd name="connsiteX12" fmla="*/ 3392845 w 4584926"/>
              <a:gd name="connsiteY12" fmla="*/ 1200329 h 1200329"/>
              <a:gd name="connsiteX13" fmla="*/ 2773880 w 4584926"/>
              <a:gd name="connsiteY13" fmla="*/ 1200329 h 1200329"/>
              <a:gd name="connsiteX14" fmla="*/ 2246614 w 4584926"/>
              <a:gd name="connsiteY14" fmla="*/ 1200329 h 1200329"/>
              <a:gd name="connsiteX15" fmla="*/ 1581799 w 4584926"/>
              <a:gd name="connsiteY15" fmla="*/ 1200329 h 1200329"/>
              <a:gd name="connsiteX16" fmla="*/ 1054533 w 4584926"/>
              <a:gd name="connsiteY16" fmla="*/ 1200329 h 1200329"/>
              <a:gd name="connsiteX17" fmla="*/ 0 w 4584926"/>
              <a:gd name="connsiteY17" fmla="*/ 1200329 h 1200329"/>
              <a:gd name="connsiteX18" fmla="*/ 0 w 4584926"/>
              <a:gd name="connsiteY18" fmla="*/ 824226 h 1200329"/>
              <a:gd name="connsiteX19" fmla="*/ 0 w 4584926"/>
              <a:gd name="connsiteY19" fmla="*/ 448123 h 1200329"/>
              <a:gd name="connsiteX20" fmla="*/ 0 w 4584926"/>
              <a:gd name="connsiteY20" fmla="*/ 0 h 1200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584926" h="1200329" fill="none" extrusionOk="0">
                <a:moveTo>
                  <a:pt x="0" y="0"/>
                </a:moveTo>
                <a:cubicBezTo>
                  <a:pt x="116004" y="-9483"/>
                  <a:pt x="356669" y="9662"/>
                  <a:pt x="527266" y="0"/>
                </a:cubicBezTo>
                <a:cubicBezTo>
                  <a:pt x="697863" y="-9662"/>
                  <a:pt x="999700" y="25760"/>
                  <a:pt x="1192081" y="0"/>
                </a:cubicBezTo>
                <a:cubicBezTo>
                  <a:pt x="1384462" y="-25760"/>
                  <a:pt x="1616555" y="23027"/>
                  <a:pt x="1765197" y="0"/>
                </a:cubicBezTo>
                <a:cubicBezTo>
                  <a:pt x="1913839" y="-23027"/>
                  <a:pt x="2076789" y="40711"/>
                  <a:pt x="2384162" y="0"/>
                </a:cubicBezTo>
                <a:cubicBezTo>
                  <a:pt x="2691535" y="-40711"/>
                  <a:pt x="2763275" y="5418"/>
                  <a:pt x="3048976" y="0"/>
                </a:cubicBezTo>
                <a:cubicBezTo>
                  <a:pt x="3334677" y="-5418"/>
                  <a:pt x="3483548" y="2781"/>
                  <a:pt x="3713790" y="0"/>
                </a:cubicBezTo>
                <a:cubicBezTo>
                  <a:pt x="3944032" y="-2781"/>
                  <a:pt x="4158083" y="72123"/>
                  <a:pt x="4584926" y="0"/>
                </a:cubicBezTo>
                <a:cubicBezTo>
                  <a:pt x="4590884" y="166020"/>
                  <a:pt x="4560690" y="258469"/>
                  <a:pt x="4584926" y="364100"/>
                </a:cubicBezTo>
                <a:cubicBezTo>
                  <a:pt x="4609162" y="469731"/>
                  <a:pt x="4548900" y="600312"/>
                  <a:pt x="4584926" y="788216"/>
                </a:cubicBezTo>
                <a:cubicBezTo>
                  <a:pt x="4620952" y="976120"/>
                  <a:pt x="4569392" y="1077463"/>
                  <a:pt x="4584926" y="1200329"/>
                </a:cubicBezTo>
                <a:cubicBezTo>
                  <a:pt x="4305560" y="1268790"/>
                  <a:pt x="4206894" y="1155299"/>
                  <a:pt x="4011810" y="1200329"/>
                </a:cubicBezTo>
                <a:cubicBezTo>
                  <a:pt x="3816726" y="1245359"/>
                  <a:pt x="3699101" y="1155073"/>
                  <a:pt x="3392845" y="1200329"/>
                </a:cubicBezTo>
                <a:cubicBezTo>
                  <a:pt x="3086589" y="1245585"/>
                  <a:pt x="2997635" y="1176677"/>
                  <a:pt x="2773880" y="1200329"/>
                </a:cubicBezTo>
                <a:cubicBezTo>
                  <a:pt x="2550125" y="1223981"/>
                  <a:pt x="2479089" y="1180427"/>
                  <a:pt x="2246614" y="1200329"/>
                </a:cubicBezTo>
                <a:cubicBezTo>
                  <a:pt x="2014139" y="1220231"/>
                  <a:pt x="1883202" y="1163479"/>
                  <a:pt x="1581799" y="1200329"/>
                </a:cubicBezTo>
                <a:cubicBezTo>
                  <a:pt x="1280397" y="1237179"/>
                  <a:pt x="1178512" y="1144801"/>
                  <a:pt x="1054533" y="1200329"/>
                </a:cubicBezTo>
                <a:cubicBezTo>
                  <a:pt x="930554" y="1255857"/>
                  <a:pt x="220277" y="1186282"/>
                  <a:pt x="0" y="1200329"/>
                </a:cubicBezTo>
                <a:cubicBezTo>
                  <a:pt x="-24553" y="1060613"/>
                  <a:pt x="37780" y="910927"/>
                  <a:pt x="0" y="824226"/>
                </a:cubicBezTo>
                <a:cubicBezTo>
                  <a:pt x="-37780" y="737525"/>
                  <a:pt x="12293" y="565995"/>
                  <a:pt x="0" y="448123"/>
                </a:cubicBezTo>
                <a:cubicBezTo>
                  <a:pt x="-12293" y="330251"/>
                  <a:pt x="48604" y="197639"/>
                  <a:pt x="0" y="0"/>
                </a:cubicBezTo>
                <a:close/>
              </a:path>
              <a:path w="4584926" h="1200329" stroke="0" extrusionOk="0">
                <a:moveTo>
                  <a:pt x="0" y="0"/>
                </a:moveTo>
                <a:cubicBezTo>
                  <a:pt x="104964" y="-48686"/>
                  <a:pt x="266065" y="17272"/>
                  <a:pt x="481417" y="0"/>
                </a:cubicBezTo>
                <a:cubicBezTo>
                  <a:pt x="696769" y="-17272"/>
                  <a:pt x="816884" y="41961"/>
                  <a:pt x="916985" y="0"/>
                </a:cubicBezTo>
                <a:cubicBezTo>
                  <a:pt x="1017086" y="-41961"/>
                  <a:pt x="1284954" y="18455"/>
                  <a:pt x="1398402" y="0"/>
                </a:cubicBezTo>
                <a:cubicBezTo>
                  <a:pt x="1511850" y="-18455"/>
                  <a:pt x="1836942" y="20930"/>
                  <a:pt x="1971518" y="0"/>
                </a:cubicBezTo>
                <a:cubicBezTo>
                  <a:pt x="2106094" y="-20930"/>
                  <a:pt x="2374292" y="28498"/>
                  <a:pt x="2636332" y="0"/>
                </a:cubicBezTo>
                <a:cubicBezTo>
                  <a:pt x="2898372" y="-28498"/>
                  <a:pt x="3080547" y="54040"/>
                  <a:pt x="3301147" y="0"/>
                </a:cubicBezTo>
                <a:cubicBezTo>
                  <a:pt x="3521748" y="-54040"/>
                  <a:pt x="3794279" y="69546"/>
                  <a:pt x="3920112" y="0"/>
                </a:cubicBezTo>
                <a:cubicBezTo>
                  <a:pt x="4045945" y="-69546"/>
                  <a:pt x="4440258" y="78781"/>
                  <a:pt x="4584926" y="0"/>
                </a:cubicBezTo>
                <a:cubicBezTo>
                  <a:pt x="4611123" y="135027"/>
                  <a:pt x="4573907" y="260141"/>
                  <a:pt x="4584926" y="364100"/>
                </a:cubicBezTo>
                <a:cubicBezTo>
                  <a:pt x="4595945" y="468059"/>
                  <a:pt x="4550769" y="597082"/>
                  <a:pt x="4584926" y="752206"/>
                </a:cubicBezTo>
                <a:cubicBezTo>
                  <a:pt x="4619083" y="907330"/>
                  <a:pt x="4569537" y="1109510"/>
                  <a:pt x="4584926" y="1200329"/>
                </a:cubicBezTo>
                <a:cubicBezTo>
                  <a:pt x="4434194" y="1213316"/>
                  <a:pt x="4201492" y="1170035"/>
                  <a:pt x="3965961" y="1200329"/>
                </a:cubicBezTo>
                <a:cubicBezTo>
                  <a:pt x="3730431" y="1230623"/>
                  <a:pt x="3582360" y="1176396"/>
                  <a:pt x="3484544" y="1200329"/>
                </a:cubicBezTo>
                <a:cubicBezTo>
                  <a:pt x="3386728" y="1224262"/>
                  <a:pt x="3064427" y="1159923"/>
                  <a:pt x="2819729" y="1200329"/>
                </a:cubicBezTo>
                <a:cubicBezTo>
                  <a:pt x="2575031" y="1240735"/>
                  <a:pt x="2564587" y="1193501"/>
                  <a:pt x="2338312" y="1200329"/>
                </a:cubicBezTo>
                <a:cubicBezTo>
                  <a:pt x="2112037" y="1207157"/>
                  <a:pt x="1942989" y="1185270"/>
                  <a:pt x="1673498" y="1200329"/>
                </a:cubicBezTo>
                <a:cubicBezTo>
                  <a:pt x="1404007" y="1215388"/>
                  <a:pt x="1326608" y="1192987"/>
                  <a:pt x="1192081" y="1200329"/>
                </a:cubicBezTo>
                <a:cubicBezTo>
                  <a:pt x="1057554" y="1207671"/>
                  <a:pt x="861361" y="1136565"/>
                  <a:pt x="573116" y="1200329"/>
                </a:cubicBezTo>
                <a:cubicBezTo>
                  <a:pt x="284872" y="1264093"/>
                  <a:pt x="125591" y="1147014"/>
                  <a:pt x="0" y="1200329"/>
                </a:cubicBezTo>
                <a:cubicBezTo>
                  <a:pt x="-24559" y="1048287"/>
                  <a:pt x="20630" y="953377"/>
                  <a:pt x="0" y="836229"/>
                </a:cubicBezTo>
                <a:cubicBezTo>
                  <a:pt x="-20630" y="719081"/>
                  <a:pt x="9327" y="613699"/>
                  <a:pt x="0" y="448123"/>
                </a:cubicBezTo>
                <a:cubicBezTo>
                  <a:pt x="-9327" y="282547"/>
                  <a:pt x="1496" y="188059"/>
                  <a:pt x="0" y="0"/>
                </a:cubicBezTo>
                <a:close/>
              </a:path>
            </a:pathLst>
          </a:custGeom>
          <a:solidFill>
            <a:srgbClr val="9CAE58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17395296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571500" indent="-571500" algn="r" rtl="1">
              <a:buFont typeface="Wingdings" panose="05000000000000000000" pitchFamily="2" charset="2"/>
              <a:buChar char="q"/>
            </a:pPr>
            <a:r>
              <a:rPr lang="he-IL" sz="3600" dirty="0"/>
              <a:t>שליטה במתנה בשלב האחרון</a:t>
            </a:r>
            <a:endParaRPr lang="en-IL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13F802-48C1-9BBC-E692-1C1FEC7DD225}"/>
              </a:ext>
            </a:extLst>
          </p:cNvPr>
          <p:cNvSpPr txBox="1"/>
          <p:nvPr/>
        </p:nvSpPr>
        <p:spPr>
          <a:xfrm>
            <a:off x="7308222" y="3112611"/>
            <a:ext cx="4584926" cy="2862322"/>
          </a:xfrm>
          <a:custGeom>
            <a:avLst/>
            <a:gdLst>
              <a:gd name="connsiteX0" fmla="*/ 0 w 4584926"/>
              <a:gd name="connsiteY0" fmla="*/ 0 h 2862322"/>
              <a:gd name="connsiteX1" fmla="*/ 481417 w 4584926"/>
              <a:gd name="connsiteY1" fmla="*/ 0 h 2862322"/>
              <a:gd name="connsiteX2" fmla="*/ 1146232 w 4584926"/>
              <a:gd name="connsiteY2" fmla="*/ 0 h 2862322"/>
              <a:gd name="connsiteX3" fmla="*/ 1581799 w 4584926"/>
              <a:gd name="connsiteY3" fmla="*/ 0 h 2862322"/>
              <a:gd name="connsiteX4" fmla="*/ 2017367 w 4584926"/>
              <a:gd name="connsiteY4" fmla="*/ 0 h 2862322"/>
              <a:gd name="connsiteX5" fmla="*/ 2544634 w 4584926"/>
              <a:gd name="connsiteY5" fmla="*/ 0 h 2862322"/>
              <a:gd name="connsiteX6" fmla="*/ 3209448 w 4584926"/>
              <a:gd name="connsiteY6" fmla="*/ 0 h 2862322"/>
              <a:gd name="connsiteX7" fmla="*/ 3690865 w 4584926"/>
              <a:gd name="connsiteY7" fmla="*/ 0 h 2862322"/>
              <a:gd name="connsiteX8" fmla="*/ 4584926 w 4584926"/>
              <a:gd name="connsiteY8" fmla="*/ 0 h 2862322"/>
              <a:gd name="connsiteX9" fmla="*/ 4584926 w 4584926"/>
              <a:gd name="connsiteY9" fmla="*/ 543841 h 2862322"/>
              <a:gd name="connsiteX10" fmla="*/ 4584926 w 4584926"/>
              <a:gd name="connsiteY10" fmla="*/ 1059059 h 2862322"/>
              <a:gd name="connsiteX11" fmla="*/ 4584926 w 4584926"/>
              <a:gd name="connsiteY11" fmla="*/ 1545654 h 2862322"/>
              <a:gd name="connsiteX12" fmla="*/ 4584926 w 4584926"/>
              <a:gd name="connsiteY12" fmla="*/ 2118118 h 2862322"/>
              <a:gd name="connsiteX13" fmla="*/ 4584926 w 4584926"/>
              <a:gd name="connsiteY13" fmla="*/ 2862322 h 2862322"/>
              <a:gd name="connsiteX14" fmla="*/ 3965961 w 4584926"/>
              <a:gd name="connsiteY14" fmla="*/ 2862322 h 2862322"/>
              <a:gd name="connsiteX15" fmla="*/ 3392845 w 4584926"/>
              <a:gd name="connsiteY15" fmla="*/ 2862322 h 2862322"/>
              <a:gd name="connsiteX16" fmla="*/ 2819729 w 4584926"/>
              <a:gd name="connsiteY16" fmla="*/ 2862322 h 2862322"/>
              <a:gd name="connsiteX17" fmla="*/ 2246614 w 4584926"/>
              <a:gd name="connsiteY17" fmla="*/ 2862322 h 2862322"/>
              <a:gd name="connsiteX18" fmla="*/ 1673498 w 4584926"/>
              <a:gd name="connsiteY18" fmla="*/ 2862322 h 2862322"/>
              <a:gd name="connsiteX19" fmla="*/ 1054533 w 4584926"/>
              <a:gd name="connsiteY19" fmla="*/ 2862322 h 2862322"/>
              <a:gd name="connsiteX20" fmla="*/ 573116 w 4584926"/>
              <a:gd name="connsiteY20" fmla="*/ 2862322 h 2862322"/>
              <a:gd name="connsiteX21" fmla="*/ 0 w 4584926"/>
              <a:gd name="connsiteY21" fmla="*/ 2862322 h 2862322"/>
              <a:gd name="connsiteX22" fmla="*/ 0 w 4584926"/>
              <a:gd name="connsiteY22" fmla="*/ 2232611 h 2862322"/>
              <a:gd name="connsiteX23" fmla="*/ 0 w 4584926"/>
              <a:gd name="connsiteY23" fmla="*/ 1717393 h 2862322"/>
              <a:gd name="connsiteX24" fmla="*/ 0 w 4584926"/>
              <a:gd name="connsiteY24" fmla="*/ 1202175 h 2862322"/>
              <a:gd name="connsiteX25" fmla="*/ 0 w 4584926"/>
              <a:gd name="connsiteY25" fmla="*/ 658334 h 2862322"/>
              <a:gd name="connsiteX26" fmla="*/ 0 w 4584926"/>
              <a:gd name="connsiteY26" fmla="*/ 0 h 2862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4584926" h="2862322" fill="none" extrusionOk="0">
                <a:moveTo>
                  <a:pt x="0" y="0"/>
                </a:moveTo>
                <a:cubicBezTo>
                  <a:pt x="116629" y="-36980"/>
                  <a:pt x="363148" y="5434"/>
                  <a:pt x="481417" y="0"/>
                </a:cubicBezTo>
                <a:cubicBezTo>
                  <a:pt x="599686" y="-5434"/>
                  <a:pt x="910232" y="78932"/>
                  <a:pt x="1146232" y="0"/>
                </a:cubicBezTo>
                <a:cubicBezTo>
                  <a:pt x="1382233" y="-78932"/>
                  <a:pt x="1372585" y="29624"/>
                  <a:pt x="1581799" y="0"/>
                </a:cubicBezTo>
                <a:cubicBezTo>
                  <a:pt x="1791013" y="-29624"/>
                  <a:pt x="1924204" y="2997"/>
                  <a:pt x="2017367" y="0"/>
                </a:cubicBezTo>
                <a:cubicBezTo>
                  <a:pt x="2110530" y="-2997"/>
                  <a:pt x="2401654" y="13318"/>
                  <a:pt x="2544634" y="0"/>
                </a:cubicBezTo>
                <a:cubicBezTo>
                  <a:pt x="2687614" y="-13318"/>
                  <a:pt x="3065414" y="59946"/>
                  <a:pt x="3209448" y="0"/>
                </a:cubicBezTo>
                <a:cubicBezTo>
                  <a:pt x="3353482" y="-59946"/>
                  <a:pt x="3471673" y="41010"/>
                  <a:pt x="3690865" y="0"/>
                </a:cubicBezTo>
                <a:cubicBezTo>
                  <a:pt x="3910057" y="-41010"/>
                  <a:pt x="4144407" y="36050"/>
                  <a:pt x="4584926" y="0"/>
                </a:cubicBezTo>
                <a:cubicBezTo>
                  <a:pt x="4608110" y="148908"/>
                  <a:pt x="4580541" y="428011"/>
                  <a:pt x="4584926" y="543841"/>
                </a:cubicBezTo>
                <a:cubicBezTo>
                  <a:pt x="4589311" y="659671"/>
                  <a:pt x="4544120" y="952557"/>
                  <a:pt x="4584926" y="1059059"/>
                </a:cubicBezTo>
                <a:cubicBezTo>
                  <a:pt x="4625732" y="1165561"/>
                  <a:pt x="4573579" y="1442623"/>
                  <a:pt x="4584926" y="1545654"/>
                </a:cubicBezTo>
                <a:cubicBezTo>
                  <a:pt x="4596273" y="1648686"/>
                  <a:pt x="4538712" y="1956330"/>
                  <a:pt x="4584926" y="2118118"/>
                </a:cubicBezTo>
                <a:cubicBezTo>
                  <a:pt x="4631140" y="2279906"/>
                  <a:pt x="4511108" y="2577179"/>
                  <a:pt x="4584926" y="2862322"/>
                </a:cubicBezTo>
                <a:cubicBezTo>
                  <a:pt x="4454066" y="2872675"/>
                  <a:pt x="4274824" y="2850455"/>
                  <a:pt x="3965961" y="2862322"/>
                </a:cubicBezTo>
                <a:cubicBezTo>
                  <a:pt x="3657099" y="2874189"/>
                  <a:pt x="3537341" y="2820457"/>
                  <a:pt x="3392845" y="2862322"/>
                </a:cubicBezTo>
                <a:cubicBezTo>
                  <a:pt x="3248349" y="2904187"/>
                  <a:pt x="2945658" y="2830610"/>
                  <a:pt x="2819729" y="2862322"/>
                </a:cubicBezTo>
                <a:cubicBezTo>
                  <a:pt x="2693800" y="2894034"/>
                  <a:pt x="2527046" y="2856628"/>
                  <a:pt x="2246614" y="2862322"/>
                </a:cubicBezTo>
                <a:cubicBezTo>
                  <a:pt x="1966182" y="2868016"/>
                  <a:pt x="1801668" y="2814594"/>
                  <a:pt x="1673498" y="2862322"/>
                </a:cubicBezTo>
                <a:cubicBezTo>
                  <a:pt x="1545328" y="2910050"/>
                  <a:pt x="1347734" y="2806252"/>
                  <a:pt x="1054533" y="2862322"/>
                </a:cubicBezTo>
                <a:cubicBezTo>
                  <a:pt x="761333" y="2918392"/>
                  <a:pt x="758211" y="2841580"/>
                  <a:pt x="573116" y="2862322"/>
                </a:cubicBezTo>
                <a:cubicBezTo>
                  <a:pt x="388021" y="2883064"/>
                  <a:pt x="262860" y="2828720"/>
                  <a:pt x="0" y="2862322"/>
                </a:cubicBezTo>
                <a:cubicBezTo>
                  <a:pt x="-39364" y="2606246"/>
                  <a:pt x="6763" y="2407472"/>
                  <a:pt x="0" y="2232611"/>
                </a:cubicBezTo>
                <a:cubicBezTo>
                  <a:pt x="-6763" y="2057750"/>
                  <a:pt x="38915" y="1900962"/>
                  <a:pt x="0" y="1717393"/>
                </a:cubicBezTo>
                <a:cubicBezTo>
                  <a:pt x="-38915" y="1533824"/>
                  <a:pt x="36055" y="1444642"/>
                  <a:pt x="0" y="1202175"/>
                </a:cubicBezTo>
                <a:cubicBezTo>
                  <a:pt x="-36055" y="959708"/>
                  <a:pt x="58270" y="837364"/>
                  <a:pt x="0" y="658334"/>
                </a:cubicBezTo>
                <a:cubicBezTo>
                  <a:pt x="-58270" y="479304"/>
                  <a:pt x="12167" y="184625"/>
                  <a:pt x="0" y="0"/>
                </a:cubicBezTo>
                <a:close/>
              </a:path>
              <a:path w="4584926" h="2862322" stroke="0" extrusionOk="0">
                <a:moveTo>
                  <a:pt x="0" y="0"/>
                </a:moveTo>
                <a:cubicBezTo>
                  <a:pt x="104964" y="-48686"/>
                  <a:pt x="266065" y="17272"/>
                  <a:pt x="481417" y="0"/>
                </a:cubicBezTo>
                <a:cubicBezTo>
                  <a:pt x="696769" y="-17272"/>
                  <a:pt x="816884" y="41961"/>
                  <a:pt x="916985" y="0"/>
                </a:cubicBezTo>
                <a:cubicBezTo>
                  <a:pt x="1017086" y="-41961"/>
                  <a:pt x="1284954" y="18455"/>
                  <a:pt x="1398402" y="0"/>
                </a:cubicBezTo>
                <a:cubicBezTo>
                  <a:pt x="1511850" y="-18455"/>
                  <a:pt x="1836942" y="20930"/>
                  <a:pt x="1971518" y="0"/>
                </a:cubicBezTo>
                <a:cubicBezTo>
                  <a:pt x="2106094" y="-20930"/>
                  <a:pt x="2374292" y="28498"/>
                  <a:pt x="2636332" y="0"/>
                </a:cubicBezTo>
                <a:cubicBezTo>
                  <a:pt x="2898372" y="-28498"/>
                  <a:pt x="3080547" y="54040"/>
                  <a:pt x="3301147" y="0"/>
                </a:cubicBezTo>
                <a:cubicBezTo>
                  <a:pt x="3521748" y="-54040"/>
                  <a:pt x="3794279" y="69546"/>
                  <a:pt x="3920112" y="0"/>
                </a:cubicBezTo>
                <a:cubicBezTo>
                  <a:pt x="4045945" y="-69546"/>
                  <a:pt x="4440258" y="78781"/>
                  <a:pt x="4584926" y="0"/>
                </a:cubicBezTo>
                <a:cubicBezTo>
                  <a:pt x="4630839" y="232193"/>
                  <a:pt x="4571249" y="307705"/>
                  <a:pt x="4584926" y="486595"/>
                </a:cubicBezTo>
                <a:cubicBezTo>
                  <a:pt x="4598603" y="665485"/>
                  <a:pt x="4576582" y="921029"/>
                  <a:pt x="4584926" y="1030436"/>
                </a:cubicBezTo>
                <a:cubicBezTo>
                  <a:pt x="4593270" y="1139843"/>
                  <a:pt x="4531196" y="1426889"/>
                  <a:pt x="4584926" y="1660147"/>
                </a:cubicBezTo>
                <a:cubicBezTo>
                  <a:pt x="4638656" y="1893405"/>
                  <a:pt x="4553478" y="2091773"/>
                  <a:pt x="4584926" y="2261234"/>
                </a:cubicBezTo>
                <a:cubicBezTo>
                  <a:pt x="4616374" y="2430695"/>
                  <a:pt x="4546822" y="2675950"/>
                  <a:pt x="4584926" y="2862322"/>
                </a:cubicBezTo>
                <a:cubicBezTo>
                  <a:pt x="4426719" y="2912740"/>
                  <a:pt x="4280683" y="2861739"/>
                  <a:pt x="4149358" y="2862322"/>
                </a:cubicBezTo>
                <a:cubicBezTo>
                  <a:pt x="4018033" y="2862905"/>
                  <a:pt x="3894216" y="2855494"/>
                  <a:pt x="3667941" y="2862322"/>
                </a:cubicBezTo>
                <a:cubicBezTo>
                  <a:pt x="3441666" y="2869150"/>
                  <a:pt x="3272618" y="2847263"/>
                  <a:pt x="3003127" y="2862322"/>
                </a:cubicBezTo>
                <a:cubicBezTo>
                  <a:pt x="2733636" y="2877381"/>
                  <a:pt x="2660770" y="2856073"/>
                  <a:pt x="2521709" y="2862322"/>
                </a:cubicBezTo>
                <a:cubicBezTo>
                  <a:pt x="2382648" y="2868571"/>
                  <a:pt x="2190989" y="2798558"/>
                  <a:pt x="1902744" y="2862322"/>
                </a:cubicBezTo>
                <a:cubicBezTo>
                  <a:pt x="1614500" y="2926086"/>
                  <a:pt x="1627926" y="2857864"/>
                  <a:pt x="1375478" y="2862322"/>
                </a:cubicBezTo>
                <a:cubicBezTo>
                  <a:pt x="1123030" y="2866780"/>
                  <a:pt x="1077221" y="2817594"/>
                  <a:pt x="939910" y="2862322"/>
                </a:cubicBezTo>
                <a:cubicBezTo>
                  <a:pt x="802599" y="2907050"/>
                  <a:pt x="258299" y="2803423"/>
                  <a:pt x="0" y="2862322"/>
                </a:cubicBezTo>
                <a:cubicBezTo>
                  <a:pt x="-60445" y="2689283"/>
                  <a:pt x="12294" y="2415977"/>
                  <a:pt x="0" y="2289858"/>
                </a:cubicBezTo>
                <a:cubicBezTo>
                  <a:pt x="-12294" y="2163739"/>
                  <a:pt x="8641" y="2012002"/>
                  <a:pt x="0" y="1746016"/>
                </a:cubicBezTo>
                <a:cubicBezTo>
                  <a:pt x="-8641" y="1480030"/>
                  <a:pt x="34480" y="1448247"/>
                  <a:pt x="0" y="1259422"/>
                </a:cubicBezTo>
                <a:cubicBezTo>
                  <a:pt x="-34480" y="1070597"/>
                  <a:pt x="11173" y="920343"/>
                  <a:pt x="0" y="658334"/>
                </a:cubicBezTo>
                <a:cubicBezTo>
                  <a:pt x="-11173" y="396325"/>
                  <a:pt x="58038" y="179302"/>
                  <a:pt x="0" y="0"/>
                </a:cubicBezTo>
                <a:close/>
              </a:path>
            </a:pathLst>
          </a:custGeom>
          <a:solidFill>
            <a:srgbClr val="9CAE58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17395296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571500" indent="-571500" algn="r" rtl="1">
              <a:buFont typeface="Wingdings" panose="05000000000000000000" pitchFamily="2" charset="2"/>
              <a:buChar char="q"/>
            </a:pPr>
            <a:r>
              <a:rPr lang="he-IL" sz="3600" dirty="0"/>
              <a:t>החלטה לסיום משחק עם הפסד או ניצחון לחיצה על </a:t>
            </a:r>
            <a:r>
              <a:rPr lang="en-US" sz="3600" dirty="0"/>
              <a:t>E</a:t>
            </a:r>
            <a:r>
              <a:rPr lang="en-IL" sz="3600" dirty="0" err="1"/>
              <a:t>nter</a:t>
            </a:r>
            <a:r>
              <a:rPr lang="en-IL" sz="3600" dirty="0"/>
              <a:t> </a:t>
            </a:r>
            <a:r>
              <a:rPr lang="he-IL" sz="3600" dirty="0"/>
              <a:t>מאפסת את </a:t>
            </a:r>
            <a:r>
              <a:rPr lang="he-IL" sz="3600" dirty="0" err="1"/>
              <a:t>הכל</a:t>
            </a:r>
            <a:r>
              <a:rPr lang="he-IL" sz="3600" dirty="0"/>
              <a:t> ומתחילים שוב</a:t>
            </a:r>
            <a:endParaRPr lang="en-IL" sz="3600" dirty="0"/>
          </a:p>
        </p:txBody>
      </p:sp>
    </p:spTree>
    <p:extLst>
      <p:ext uri="{BB962C8B-B14F-4D97-AF65-F5344CB8AC3E}">
        <p14:creationId xmlns:p14="http://schemas.microsoft.com/office/powerpoint/2010/main" val="211119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9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B61619-A3E7-EF9C-E9FE-10E3FEC6D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DDDA0B8-93B6-D11C-5867-B3D23CDC8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801" y="1512774"/>
            <a:ext cx="7423515" cy="4944367"/>
          </a:xfrm>
          <a:prstGeom prst="rect">
            <a:avLst/>
          </a:prstGeom>
        </p:spPr>
      </p:pic>
      <p:pic>
        <p:nvPicPr>
          <p:cNvPr id="6" name="Picture 5" descr="A cartoon of a frog&#10;&#10;AI-generated content may be incorrect.">
            <a:extLst>
              <a:ext uri="{FF2B5EF4-FFF2-40B4-BE49-F238E27FC236}">
                <a16:creationId xmlns:a16="http://schemas.microsoft.com/office/drawing/2014/main" id="{35523AE0-C7D2-2FF2-58E7-E7131A637BC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CECEC"/>
              </a:clrFrom>
              <a:clrTo>
                <a:srgbClr val="ECECE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66" t="27156" r="4121" b="23141"/>
          <a:stretch>
            <a:fillRect/>
          </a:stretch>
        </p:blipFill>
        <p:spPr>
          <a:xfrm>
            <a:off x="8205418" y="0"/>
            <a:ext cx="3938181" cy="18907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1B3CCC-C20E-A415-F4E9-BA7DDAB07180}"/>
              </a:ext>
            </a:extLst>
          </p:cNvPr>
          <p:cNvSpPr txBox="1"/>
          <p:nvPr/>
        </p:nvSpPr>
        <p:spPr>
          <a:xfrm>
            <a:off x="4087290" y="222697"/>
            <a:ext cx="421553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תיאור מודול שני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8" name="Picture 7" descr="A cartoon of a frog&#10;&#10;AI-generated content may be incorrect.">
            <a:extLst>
              <a:ext uri="{FF2B5EF4-FFF2-40B4-BE49-F238E27FC236}">
                <a16:creationId xmlns:a16="http://schemas.microsoft.com/office/drawing/2014/main" id="{90235723-A210-1BBC-1E5A-AAF1B975959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CECEC"/>
              </a:clrFrom>
              <a:clrTo>
                <a:srgbClr val="ECECE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66" t="27156" r="4121" b="23141"/>
          <a:stretch>
            <a:fillRect/>
          </a:stretch>
        </p:blipFill>
        <p:spPr>
          <a:xfrm flipH="1">
            <a:off x="23518" y="-20940"/>
            <a:ext cx="3938181" cy="1890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6541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9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FD0522-4BCE-D0D6-CE93-BF2DF8866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5055999-FB22-0175-AFE6-F97CFD222898}"/>
              </a:ext>
            </a:extLst>
          </p:cNvPr>
          <p:cNvSpPr txBox="1"/>
          <p:nvPr/>
        </p:nvSpPr>
        <p:spPr>
          <a:xfrm>
            <a:off x="4093536" y="396704"/>
            <a:ext cx="7925256" cy="707886"/>
          </a:xfrm>
          <a:custGeom>
            <a:avLst/>
            <a:gdLst>
              <a:gd name="connsiteX0" fmla="*/ 0 w 7925256"/>
              <a:gd name="connsiteY0" fmla="*/ 0 h 707886"/>
              <a:gd name="connsiteX1" fmla="*/ 566090 w 7925256"/>
              <a:gd name="connsiteY1" fmla="*/ 0 h 707886"/>
              <a:gd name="connsiteX2" fmla="*/ 894422 w 7925256"/>
              <a:gd name="connsiteY2" fmla="*/ 0 h 707886"/>
              <a:gd name="connsiteX3" fmla="*/ 1381259 w 7925256"/>
              <a:gd name="connsiteY3" fmla="*/ 0 h 707886"/>
              <a:gd name="connsiteX4" fmla="*/ 1868096 w 7925256"/>
              <a:gd name="connsiteY4" fmla="*/ 0 h 707886"/>
              <a:gd name="connsiteX5" fmla="*/ 2354933 w 7925256"/>
              <a:gd name="connsiteY5" fmla="*/ 0 h 707886"/>
              <a:gd name="connsiteX6" fmla="*/ 3000275 w 7925256"/>
              <a:gd name="connsiteY6" fmla="*/ 0 h 707886"/>
              <a:gd name="connsiteX7" fmla="*/ 3645618 w 7925256"/>
              <a:gd name="connsiteY7" fmla="*/ 0 h 707886"/>
              <a:gd name="connsiteX8" fmla="*/ 4211707 w 7925256"/>
              <a:gd name="connsiteY8" fmla="*/ 0 h 707886"/>
              <a:gd name="connsiteX9" fmla="*/ 4936302 w 7925256"/>
              <a:gd name="connsiteY9" fmla="*/ 0 h 707886"/>
              <a:gd name="connsiteX10" fmla="*/ 5423139 w 7925256"/>
              <a:gd name="connsiteY10" fmla="*/ 0 h 707886"/>
              <a:gd name="connsiteX11" fmla="*/ 5830724 w 7925256"/>
              <a:gd name="connsiteY11" fmla="*/ 0 h 707886"/>
              <a:gd name="connsiteX12" fmla="*/ 6159056 w 7925256"/>
              <a:gd name="connsiteY12" fmla="*/ 0 h 707886"/>
              <a:gd name="connsiteX13" fmla="*/ 6645893 w 7925256"/>
              <a:gd name="connsiteY13" fmla="*/ 0 h 707886"/>
              <a:gd name="connsiteX14" fmla="*/ 6974225 w 7925256"/>
              <a:gd name="connsiteY14" fmla="*/ 0 h 707886"/>
              <a:gd name="connsiteX15" fmla="*/ 7925256 w 7925256"/>
              <a:gd name="connsiteY15" fmla="*/ 0 h 707886"/>
              <a:gd name="connsiteX16" fmla="*/ 7925256 w 7925256"/>
              <a:gd name="connsiteY16" fmla="*/ 353943 h 707886"/>
              <a:gd name="connsiteX17" fmla="*/ 7925256 w 7925256"/>
              <a:gd name="connsiteY17" fmla="*/ 707886 h 707886"/>
              <a:gd name="connsiteX18" fmla="*/ 7200661 w 7925256"/>
              <a:gd name="connsiteY18" fmla="*/ 707886 h 707886"/>
              <a:gd name="connsiteX19" fmla="*/ 6555319 w 7925256"/>
              <a:gd name="connsiteY19" fmla="*/ 707886 h 707886"/>
              <a:gd name="connsiteX20" fmla="*/ 6068482 w 7925256"/>
              <a:gd name="connsiteY20" fmla="*/ 707886 h 707886"/>
              <a:gd name="connsiteX21" fmla="*/ 5660897 w 7925256"/>
              <a:gd name="connsiteY21" fmla="*/ 707886 h 707886"/>
              <a:gd name="connsiteX22" fmla="*/ 5253313 w 7925256"/>
              <a:gd name="connsiteY22" fmla="*/ 707886 h 707886"/>
              <a:gd name="connsiteX23" fmla="*/ 4766475 w 7925256"/>
              <a:gd name="connsiteY23" fmla="*/ 707886 h 707886"/>
              <a:gd name="connsiteX24" fmla="*/ 4121133 w 7925256"/>
              <a:gd name="connsiteY24" fmla="*/ 707886 h 707886"/>
              <a:gd name="connsiteX25" fmla="*/ 3555043 w 7925256"/>
              <a:gd name="connsiteY25" fmla="*/ 707886 h 707886"/>
              <a:gd name="connsiteX26" fmla="*/ 3068206 w 7925256"/>
              <a:gd name="connsiteY26" fmla="*/ 707886 h 707886"/>
              <a:gd name="connsiteX27" fmla="*/ 2422864 w 7925256"/>
              <a:gd name="connsiteY27" fmla="*/ 707886 h 707886"/>
              <a:gd name="connsiteX28" fmla="*/ 1777522 w 7925256"/>
              <a:gd name="connsiteY28" fmla="*/ 707886 h 707886"/>
              <a:gd name="connsiteX29" fmla="*/ 1211432 w 7925256"/>
              <a:gd name="connsiteY29" fmla="*/ 707886 h 707886"/>
              <a:gd name="connsiteX30" fmla="*/ 724595 w 7925256"/>
              <a:gd name="connsiteY30" fmla="*/ 707886 h 707886"/>
              <a:gd name="connsiteX31" fmla="*/ 0 w 7925256"/>
              <a:gd name="connsiteY31" fmla="*/ 707886 h 707886"/>
              <a:gd name="connsiteX32" fmla="*/ 0 w 7925256"/>
              <a:gd name="connsiteY32" fmla="*/ 361022 h 707886"/>
              <a:gd name="connsiteX33" fmla="*/ 0 w 7925256"/>
              <a:gd name="connsiteY33" fmla="*/ 0 h 707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7925256" h="707886" fill="none" extrusionOk="0">
                <a:moveTo>
                  <a:pt x="0" y="0"/>
                </a:moveTo>
                <a:cubicBezTo>
                  <a:pt x="225845" y="-23931"/>
                  <a:pt x="288909" y="34689"/>
                  <a:pt x="566090" y="0"/>
                </a:cubicBezTo>
                <a:cubicBezTo>
                  <a:pt x="843271" y="-34689"/>
                  <a:pt x="782340" y="20156"/>
                  <a:pt x="894422" y="0"/>
                </a:cubicBezTo>
                <a:cubicBezTo>
                  <a:pt x="1006504" y="-20156"/>
                  <a:pt x="1241075" y="37148"/>
                  <a:pt x="1381259" y="0"/>
                </a:cubicBezTo>
                <a:cubicBezTo>
                  <a:pt x="1521443" y="-37148"/>
                  <a:pt x="1724470" y="52974"/>
                  <a:pt x="1868096" y="0"/>
                </a:cubicBezTo>
                <a:cubicBezTo>
                  <a:pt x="2011722" y="-52974"/>
                  <a:pt x="2142834" y="19743"/>
                  <a:pt x="2354933" y="0"/>
                </a:cubicBezTo>
                <a:cubicBezTo>
                  <a:pt x="2567032" y="-19743"/>
                  <a:pt x="2739421" y="8968"/>
                  <a:pt x="3000275" y="0"/>
                </a:cubicBezTo>
                <a:cubicBezTo>
                  <a:pt x="3261129" y="-8968"/>
                  <a:pt x="3503978" y="49946"/>
                  <a:pt x="3645618" y="0"/>
                </a:cubicBezTo>
                <a:cubicBezTo>
                  <a:pt x="3787258" y="-49946"/>
                  <a:pt x="3947305" y="17713"/>
                  <a:pt x="4211707" y="0"/>
                </a:cubicBezTo>
                <a:cubicBezTo>
                  <a:pt x="4476109" y="-17713"/>
                  <a:pt x="4729776" y="77465"/>
                  <a:pt x="4936302" y="0"/>
                </a:cubicBezTo>
                <a:cubicBezTo>
                  <a:pt x="5142828" y="-77465"/>
                  <a:pt x="5213337" y="20910"/>
                  <a:pt x="5423139" y="0"/>
                </a:cubicBezTo>
                <a:cubicBezTo>
                  <a:pt x="5632941" y="-20910"/>
                  <a:pt x="5697780" y="17494"/>
                  <a:pt x="5830724" y="0"/>
                </a:cubicBezTo>
                <a:cubicBezTo>
                  <a:pt x="5963669" y="-17494"/>
                  <a:pt x="6079842" y="38832"/>
                  <a:pt x="6159056" y="0"/>
                </a:cubicBezTo>
                <a:cubicBezTo>
                  <a:pt x="6238270" y="-38832"/>
                  <a:pt x="6445346" y="7753"/>
                  <a:pt x="6645893" y="0"/>
                </a:cubicBezTo>
                <a:cubicBezTo>
                  <a:pt x="6846440" y="-7753"/>
                  <a:pt x="6825854" y="34338"/>
                  <a:pt x="6974225" y="0"/>
                </a:cubicBezTo>
                <a:cubicBezTo>
                  <a:pt x="7122596" y="-34338"/>
                  <a:pt x="7671599" y="11407"/>
                  <a:pt x="7925256" y="0"/>
                </a:cubicBezTo>
                <a:cubicBezTo>
                  <a:pt x="7934566" y="115223"/>
                  <a:pt x="7885903" y="256394"/>
                  <a:pt x="7925256" y="353943"/>
                </a:cubicBezTo>
                <a:cubicBezTo>
                  <a:pt x="7964609" y="451492"/>
                  <a:pt x="7903691" y="563015"/>
                  <a:pt x="7925256" y="707886"/>
                </a:cubicBezTo>
                <a:cubicBezTo>
                  <a:pt x="7673340" y="731130"/>
                  <a:pt x="7503757" y="626922"/>
                  <a:pt x="7200661" y="707886"/>
                </a:cubicBezTo>
                <a:cubicBezTo>
                  <a:pt x="6897565" y="788850"/>
                  <a:pt x="6806120" y="687012"/>
                  <a:pt x="6555319" y="707886"/>
                </a:cubicBezTo>
                <a:cubicBezTo>
                  <a:pt x="6304518" y="728760"/>
                  <a:pt x="6279959" y="676447"/>
                  <a:pt x="6068482" y="707886"/>
                </a:cubicBezTo>
                <a:cubicBezTo>
                  <a:pt x="5857005" y="739325"/>
                  <a:pt x="5830462" y="665468"/>
                  <a:pt x="5660897" y="707886"/>
                </a:cubicBezTo>
                <a:cubicBezTo>
                  <a:pt x="5491333" y="750304"/>
                  <a:pt x="5413668" y="696547"/>
                  <a:pt x="5253313" y="707886"/>
                </a:cubicBezTo>
                <a:cubicBezTo>
                  <a:pt x="5092958" y="719225"/>
                  <a:pt x="4985176" y="686210"/>
                  <a:pt x="4766475" y="707886"/>
                </a:cubicBezTo>
                <a:cubicBezTo>
                  <a:pt x="4547774" y="729562"/>
                  <a:pt x="4309378" y="680448"/>
                  <a:pt x="4121133" y="707886"/>
                </a:cubicBezTo>
                <a:cubicBezTo>
                  <a:pt x="3932888" y="735324"/>
                  <a:pt x="3800514" y="694165"/>
                  <a:pt x="3555043" y="707886"/>
                </a:cubicBezTo>
                <a:cubicBezTo>
                  <a:pt x="3309572" y="721607"/>
                  <a:pt x="3222482" y="680852"/>
                  <a:pt x="3068206" y="707886"/>
                </a:cubicBezTo>
                <a:cubicBezTo>
                  <a:pt x="2913930" y="734920"/>
                  <a:pt x="2743741" y="667869"/>
                  <a:pt x="2422864" y="707886"/>
                </a:cubicBezTo>
                <a:cubicBezTo>
                  <a:pt x="2101987" y="747903"/>
                  <a:pt x="1984097" y="636402"/>
                  <a:pt x="1777522" y="707886"/>
                </a:cubicBezTo>
                <a:cubicBezTo>
                  <a:pt x="1570947" y="779370"/>
                  <a:pt x="1365822" y="692760"/>
                  <a:pt x="1211432" y="707886"/>
                </a:cubicBezTo>
                <a:cubicBezTo>
                  <a:pt x="1057042" y="723012"/>
                  <a:pt x="927800" y="686832"/>
                  <a:pt x="724595" y="707886"/>
                </a:cubicBezTo>
                <a:cubicBezTo>
                  <a:pt x="521390" y="728940"/>
                  <a:pt x="201027" y="690272"/>
                  <a:pt x="0" y="707886"/>
                </a:cubicBezTo>
                <a:cubicBezTo>
                  <a:pt x="-23995" y="634302"/>
                  <a:pt x="41086" y="460979"/>
                  <a:pt x="0" y="361022"/>
                </a:cubicBezTo>
                <a:cubicBezTo>
                  <a:pt x="-41086" y="261065"/>
                  <a:pt x="34359" y="155456"/>
                  <a:pt x="0" y="0"/>
                </a:cubicBezTo>
                <a:close/>
              </a:path>
              <a:path w="7925256" h="707886" stroke="0" extrusionOk="0">
                <a:moveTo>
                  <a:pt x="0" y="0"/>
                </a:moveTo>
                <a:cubicBezTo>
                  <a:pt x="108934" y="-21448"/>
                  <a:pt x="247242" y="15773"/>
                  <a:pt x="407585" y="0"/>
                </a:cubicBezTo>
                <a:cubicBezTo>
                  <a:pt x="567929" y="-15773"/>
                  <a:pt x="658699" y="7053"/>
                  <a:pt x="735917" y="0"/>
                </a:cubicBezTo>
                <a:cubicBezTo>
                  <a:pt x="813135" y="-7053"/>
                  <a:pt x="1036307" y="42180"/>
                  <a:pt x="1143501" y="0"/>
                </a:cubicBezTo>
                <a:cubicBezTo>
                  <a:pt x="1250695" y="-42180"/>
                  <a:pt x="1522841" y="65424"/>
                  <a:pt x="1709591" y="0"/>
                </a:cubicBezTo>
                <a:cubicBezTo>
                  <a:pt x="1896341" y="-65424"/>
                  <a:pt x="2088478" y="47813"/>
                  <a:pt x="2434186" y="0"/>
                </a:cubicBezTo>
                <a:cubicBezTo>
                  <a:pt x="2779894" y="-47813"/>
                  <a:pt x="2926251" y="18279"/>
                  <a:pt x="3158781" y="0"/>
                </a:cubicBezTo>
                <a:cubicBezTo>
                  <a:pt x="3391311" y="-18279"/>
                  <a:pt x="3604092" y="58449"/>
                  <a:pt x="3804123" y="0"/>
                </a:cubicBezTo>
                <a:cubicBezTo>
                  <a:pt x="4004154" y="-58449"/>
                  <a:pt x="4053430" y="36070"/>
                  <a:pt x="4211707" y="0"/>
                </a:cubicBezTo>
                <a:cubicBezTo>
                  <a:pt x="4369984" y="-36070"/>
                  <a:pt x="4440880" y="34723"/>
                  <a:pt x="4540040" y="0"/>
                </a:cubicBezTo>
                <a:cubicBezTo>
                  <a:pt x="4639200" y="-34723"/>
                  <a:pt x="4789383" y="13073"/>
                  <a:pt x="4868372" y="0"/>
                </a:cubicBezTo>
                <a:cubicBezTo>
                  <a:pt x="4947361" y="-13073"/>
                  <a:pt x="5379140" y="66084"/>
                  <a:pt x="5513714" y="0"/>
                </a:cubicBezTo>
                <a:cubicBezTo>
                  <a:pt x="5648288" y="-66084"/>
                  <a:pt x="5997866" y="60577"/>
                  <a:pt x="6159056" y="0"/>
                </a:cubicBezTo>
                <a:cubicBezTo>
                  <a:pt x="6320246" y="-60577"/>
                  <a:pt x="6727200" y="13616"/>
                  <a:pt x="6883651" y="0"/>
                </a:cubicBezTo>
                <a:cubicBezTo>
                  <a:pt x="7040102" y="-13616"/>
                  <a:pt x="7544479" y="25195"/>
                  <a:pt x="7925256" y="0"/>
                </a:cubicBezTo>
                <a:cubicBezTo>
                  <a:pt x="7949705" y="106654"/>
                  <a:pt x="7892437" y="202449"/>
                  <a:pt x="7925256" y="339785"/>
                </a:cubicBezTo>
                <a:cubicBezTo>
                  <a:pt x="7958075" y="477122"/>
                  <a:pt x="7905786" y="620273"/>
                  <a:pt x="7925256" y="707886"/>
                </a:cubicBezTo>
                <a:cubicBezTo>
                  <a:pt x="7725721" y="771659"/>
                  <a:pt x="7422563" y="664203"/>
                  <a:pt x="7279914" y="707886"/>
                </a:cubicBezTo>
                <a:cubicBezTo>
                  <a:pt x="7137265" y="751569"/>
                  <a:pt x="6898790" y="652040"/>
                  <a:pt x="6634571" y="707886"/>
                </a:cubicBezTo>
                <a:cubicBezTo>
                  <a:pt x="6370352" y="763732"/>
                  <a:pt x="6354344" y="671828"/>
                  <a:pt x="6147734" y="707886"/>
                </a:cubicBezTo>
                <a:cubicBezTo>
                  <a:pt x="5941124" y="743944"/>
                  <a:pt x="5942321" y="675251"/>
                  <a:pt x="5819402" y="707886"/>
                </a:cubicBezTo>
                <a:cubicBezTo>
                  <a:pt x="5696483" y="740521"/>
                  <a:pt x="5357390" y="672794"/>
                  <a:pt x="5094807" y="707886"/>
                </a:cubicBezTo>
                <a:cubicBezTo>
                  <a:pt x="4832225" y="742978"/>
                  <a:pt x="4792873" y="662352"/>
                  <a:pt x="4528718" y="707886"/>
                </a:cubicBezTo>
                <a:cubicBezTo>
                  <a:pt x="4264563" y="753420"/>
                  <a:pt x="4184750" y="656690"/>
                  <a:pt x="4041881" y="707886"/>
                </a:cubicBezTo>
                <a:cubicBezTo>
                  <a:pt x="3899012" y="759082"/>
                  <a:pt x="3530060" y="692810"/>
                  <a:pt x="3396538" y="707886"/>
                </a:cubicBezTo>
                <a:cubicBezTo>
                  <a:pt x="3263016" y="722962"/>
                  <a:pt x="3052562" y="686683"/>
                  <a:pt x="2909701" y="707886"/>
                </a:cubicBezTo>
                <a:cubicBezTo>
                  <a:pt x="2766840" y="729089"/>
                  <a:pt x="2570231" y="651147"/>
                  <a:pt x="2343611" y="707886"/>
                </a:cubicBezTo>
                <a:cubicBezTo>
                  <a:pt x="2116991" y="764625"/>
                  <a:pt x="2176626" y="693203"/>
                  <a:pt x="2015279" y="707886"/>
                </a:cubicBezTo>
                <a:cubicBezTo>
                  <a:pt x="1853932" y="722569"/>
                  <a:pt x="1548337" y="703610"/>
                  <a:pt x="1290685" y="707886"/>
                </a:cubicBezTo>
                <a:cubicBezTo>
                  <a:pt x="1033033" y="712162"/>
                  <a:pt x="1058656" y="705498"/>
                  <a:pt x="962353" y="707886"/>
                </a:cubicBezTo>
                <a:cubicBezTo>
                  <a:pt x="866050" y="710274"/>
                  <a:pt x="409923" y="692055"/>
                  <a:pt x="0" y="707886"/>
                </a:cubicBezTo>
                <a:cubicBezTo>
                  <a:pt x="-26395" y="581112"/>
                  <a:pt x="41626" y="448682"/>
                  <a:pt x="0" y="339785"/>
                </a:cubicBezTo>
                <a:cubicBezTo>
                  <a:pt x="-41626" y="230888"/>
                  <a:pt x="26695" y="149156"/>
                  <a:pt x="0" y="0"/>
                </a:cubicBezTo>
                <a:close/>
              </a:path>
            </a:pathLst>
          </a:custGeom>
          <a:solidFill>
            <a:srgbClr val="9CAE58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17395296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571500" indent="-571500" algn="r" rtl="1">
              <a:buFont typeface="Wingdings" panose="05000000000000000000" pitchFamily="2" charset="2"/>
              <a:buChar char="q"/>
            </a:pPr>
            <a:r>
              <a:rPr lang="he-IL" sz="4000" dirty="0"/>
              <a:t>מודל </a:t>
            </a:r>
            <a:r>
              <a:rPr lang="he-IL" sz="4000" dirty="0" err="1"/>
              <a:t>הפרוגר</a:t>
            </a:r>
            <a:r>
              <a:rPr lang="en-US" sz="4000" dirty="0"/>
              <a:t> </a:t>
            </a:r>
            <a:r>
              <a:rPr lang="he-IL" sz="4000" dirty="0"/>
              <a:t>- מודולים פנימיים</a:t>
            </a:r>
            <a:endParaRPr lang="en-IL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DD8684-913F-58DF-715F-3E0DA8BDD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5" y="1759291"/>
            <a:ext cx="11888859" cy="4086795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BDCB0A61-4DA7-4E82-931A-66437A8610D9}"/>
              </a:ext>
            </a:extLst>
          </p:cNvPr>
          <p:cNvSpPr/>
          <p:nvPr/>
        </p:nvSpPr>
        <p:spPr>
          <a:xfrm>
            <a:off x="1056443" y="1548573"/>
            <a:ext cx="3178206" cy="2752077"/>
          </a:xfrm>
          <a:prstGeom prst="ellips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14F8836-A344-B8F1-72AA-B75475556830}"/>
              </a:ext>
            </a:extLst>
          </p:cNvPr>
          <p:cNvCxnSpPr>
            <a:cxnSpLocks/>
          </p:cNvCxnSpPr>
          <p:nvPr/>
        </p:nvCxnSpPr>
        <p:spPr>
          <a:xfrm flipH="1">
            <a:off x="1784412" y="4300650"/>
            <a:ext cx="683580" cy="1514805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4DF6640-E866-4C80-E696-AEA370164583}"/>
              </a:ext>
            </a:extLst>
          </p:cNvPr>
          <p:cNvSpPr txBox="1"/>
          <p:nvPr/>
        </p:nvSpPr>
        <p:spPr>
          <a:xfrm>
            <a:off x="423991" y="5815455"/>
            <a:ext cx="3020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he-IL" sz="2000" b="1" dirty="0">
                <a:solidFill>
                  <a:schemeClr val="accent1">
                    <a:lumMod val="75000"/>
                  </a:schemeClr>
                </a:solidFill>
              </a:rPr>
              <a:t>תזוזת הפרוגר</a:t>
            </a:r>
            <a:endParaRPr lang="en-IL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B1C3BB1-1A01-6C2B-3A56-4ED8BA938D20}"/>
              </a:ext>
            </a:extLst>
          </p:cNvPr>
          <p:cNvSpPr/>
          <p:nvPr/>
        </p:nvSpPr>
        <p:spPr>
          <a:xfrm>
            <a:off x="6632181" y="2904380"/>
            <a:ext cx="3178206" cy="2752077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2F2EDE-F452-1009-351C-E811FFD952E0}"/>
              </a:ext>
            </a:extLst>
          </p:cNvPr>
          <p:cNvCxnSpPr>
            <a:cxnSpLocks/>
          </p:cNvCxnSpPr>
          <p:nvPr/>
        </p:nvCxnSpPr>
        <p:spPr>
          <a:xfrm flipH="1">
            <a:off x="7492753" y="5659472"/>
            <a:ext cx="623019" cy="28856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BA45FF3-5AE7-C717-13C7-4D546EA108DF}"/>
              </a:ext>
            </a:extLst>
          </p:cNvPr>
          <p:cNvSpPr txBox="1"/>
          <p:nvPr/>
        </p:nvSpPr>
        <p:spPr>
          <a:xfrm>
            <a:off x="6342326" y="5861622"/>
            <a:ext cx="23008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he-IL" sz="2000" b="1" dirty="0">
                <a:solidFill>
                  <a:srgbClr val="00B0F0"/>
                </a:solidFill>
              </a:rPr>
              <a:t>שמירת פרוגרים בנקודות הסיום</a:t>
            </a:r>
            <a:endParaRPr lang="en-IL" sz="2000" b="1" dirty="0">
              <a:solidFill>
                <a:srgbClr val="00B0F0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6A2A9E1-FD61-6A75-2C9F-45115310E4A3}"/>
              </a:ext>
            </a:extLst>
          </p:cNvPr>
          <p:cNvSpPr/>
          <p:nvPr/>
        </p:nvSpPr>
        <p:spPr>
          <a:xfrm>
            <a:off x="7663701" y="1588101"/>
            <a:ext cx="2430772" cy="1566972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5BBF778-9BB4-4E16-667A-9AC0D3C9A61C}"/>
              </a:ext>
            </a:extLst>
          </p:cNvPr>
          <p:cNvCxnSpPr>
            <a:cxnSpLocks/>
          </p:cNvCxnSpPr>
          <p:nvPr/>
        </p:nvCxnSpPr>
        <p:spPr>
          <a:xfrm flipH="1" flipV="1">
            <a:off x="6574374" y="2282911"/>
            <a:ext cx="1068612" cy="2043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96F8BA1-6F41-B998-B603-5733A3AF15D8}"/>
              </a:ext>
            </a:extLst>
          </p:cNvPr>
          <p:cNvSpPr txBox="1"/>
          <p:nvPr/>
        </p:nvSpPr>
        <p:spPr>
          <a:xfrm>
            <a:off x="5167683" y="1939183"/>
            <a:ext cx="15629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he-IL" sz="2000" b="1" dirty="0">
                <a:solidFill>
                  <a:srgbClr val="FFC000"/>
                </a:solidFill>
              </a:rPr>
              <a:t>ביטמאפ של הפרוגר</a:t>
            </a:r>
            <a:endParaRPr lang="en-IL" sz="20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3959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9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22F9EE-8B69-58C1-0E62-77B80850D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1B2F44D-68B9-D8E9-9A7D-46B415277CBD}"/>
              </a:ext>
            </a:extLst>
          </p:cNvPr>
          <p:cNvSpPr txBox="1"/>
          <p:nvPr/>
        </p:nvSpPr>
        <p:spPr>
          <a:xfrm>
            <a:off x="6096000" y="396704"/>
            <a:ext cx="5922791" cy="646331"/>
          </a:xfrm>
          <a:custGeom>
            <a:avLst/>
            <a:gdLst>
              <a:gd name="connsiteX0" fmla="*/ 0 w 5922791"/>
              <a:gd name="connsiteY0" fmla="*/ 0 h 646331"/>
              <a:gd name="connsiteX1" fmla="*/ 710735 w 5922791"/>
              <a:gd name="connsiteY1" fmla="*/ 0 h 646331"/>
              <a:gd name="connsiteX2" fmla="*/ 1421470 w 5922791"/>
              <a:gd name="connsiteY2" fmla="*/ 0 h 646331"/>
              <a:gd name="connsiteX3" fmla="*/ 2132205 w 5922791"/>
              <a:gd name="connsiteY3" fmla="*/ 0 h 646331"/>
              <a:gd name="connsiteX4" fmla="*/ 2546800 w 5922791"/>
              <a:gd name="connsiteY4" fmla="*/ 0 h 646331"/>
              <a:gd name="connsiteX5" fmla="*/ 2961396 w 5922791"/>
              <a:gd name="connsiteY5" fmla="*/ 0 h 646331"/>
              <a:gd name="connsiteX6" fmla="*/ 3494447 w 5922791"/>
              <a:gd name="connsiteY6" fmla="*/ 0 h 646331"/>
              <a:gd name="connsiteX7" fmla="*/ 4205182 w 5922791"/>
              <a:gd name="connsiteY7" fmla="*/ 0 h 646331"/>
              <a:gd name="connsiteX8" fmla="*/ 4679005 w 5922791"/>
              <a:gd name="connsiteY8" fmla="*/ 0 h 646331"/>
              <a:gd name="connsiteX9" fmla="*/ 5093600 w 5922791"/>
              <a:gd name="connsiteY9" fmla="*/ 0 h 646331"/>
              <a:gd name="connsiteX10" fmla="*/ 5922791 w 5922791"/>
              <a:gd name="connsiteY10" fmla="*/ 0 h 646331"/>
              <a:gd name="connsiteX11" fmla="*/ 5922791 w 5922791"/>
              <a:gd name="connsiteY11" fmla="*/ 316702 h 646331"/>
              <a:gd name="connsiteX12" fmla="*/ 5922791 w 5922791"/>
              <a:gd name="connsiteY12" fmla="*/ 646331 h 646331"/>
              <a:gd name="connsiteX13" fmla="*/ 5330512 w 5922791"/>
              <a:gd name="connsiteY13" fmla="*/ 646331 h 646331"/>
              <a:gd name="connsiteX14" fmla="*/ 4738233 w 5922791"/>
              <a:gd name="connsiteY14" fmla="*/ 646331 h 646331"/>
              <a:gd name="connsiteX15" fmla="*/ 4264410 w 5922791"/>
              <a:gd name="connsiteY15" fmla="*/ 646331 h 646331"/>
              <a:gd name="connsiteX16" fmla="*/ 3672130 w 5922791"/>
              <a:gd name="connsiteY16" fmla="*/ 646331 h 646331"/>
              <a:gd name="connsiteX17" fmla="*/ 3079851 w 5922791"/>
              <a:gd name="connsiteY17" fmla="*/ 646331 h 646331"/>
              <a:gd name="connsiteX18" fmla="*/ 2487572 w 5922791"/>
              <a:gd name="connsiteY18" fmla="*/ 646331 h 646331"/>
              <a:gd name="connsiteX19" fmla="*/ 1895293 w 5922791"/>
              <a:gd name="connsiteY19" fmla="*/ 646331 h 646331"/>
              <a:gd name="connsiteX20" fmla="*/ 1243786 w 5922791"/>
              <a:gd name="connsiteY20" fmla="*/ 646331 h 646331"/>
              <a:gd name="connsiteX21" fmla="*/ 769963 w 5922791"/>
              <a:gd name="connsiteY21" fmla="*/ 646331 h 646331"/>
              <a:gd name="connsiteX22" fmla="*/ 0 w 5922791"/>
              <a:gd name="connsiteY22" fmla="*/ 646331 h 646331"/>
              <a:gd name="connsiteX23" fmla="*/ 0 w 5922791"/>
              <a:gd name="connsiteY23" fmla="*/ 310239 h 646331"/>
              <a:gd name="connsiteX24" fmla="*/ 0 w 5922791"/>
              <a:gd name="connsiteY24" fmla="*/ 0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922791" h="646331" fill="none" extrusionOk="0">
                <a:moveTo>
                  <a:pt x="0" y="0"/>
                </a:moveTo>
                <a:cubicBezTo>
                  <a:pt x="327406" y="-47860"/>
                  <a:pt x="538786" y="8142"/>
                  <a:pt x="710735" y="0"/>
                </a:cubicBezTo>
                <a:cubicBezTo>
                  <a:pt x="882684" y="-8142"/>
                  <a:pt x="1222222" y="64102"/>
                  <a:pt x="1421470" y="0"/>
                </a:cubicBezTo>
                <a:cubicBezTo>
                  <a:pt x="1620719" y="-64102"/>
                  <a:pt x="1878913" y="53742"/>
                  <a:pt x="2132205" y="0"/>
                </a:cubicBezTo>
                <a:cubicBezTo>
                  <a:pt x="2385498" y="-53742"/>
                  <a:pt x="2379553" y="40572"/>
                  <a:pt x="2546800" y="0"/>
                </a:cubicBezTo>
                <a:cubicBezTo>
                  <a:pt x="2714047" y="-40572"/>
                  <a:pt x="2811484" y="14243"/>
                  <a:pt x="2961396" y="0"/>
                </a:cubicBezTo>
                <a:cubicBezTo>
                  <a:pt x="3111308" y="-14243"/>
                  <a:pt x="3246706" y="7354"/>
                  <a:pt x="3494447" y="0"/>
                </a:cubicBezTo>
                <a:cubicBezTo>
                  <a:pt x="3742188" y="-7354"/>
                  <a:pt x="3980805" y="69968"/>
                  <a:pt x="4205182" y="0"/>
                </a:cubicBezTo>
                <a:cubicBezTo>
                  <a:pt x="4429559" y="-69968"/>
                  <a:pt x="4479293" y="7597"/>
                  <a:pt x="4679005" y="0"/>
                </a:cubicBezTo>
                <a:cubicBezTo>
                  <a:pt x="4878717" y="-7597"/>
                  <a:pt x="4964408" y="29016"/>
                  <a:pt x="5093600" y="0"/>
                </a:cubicBezTo>
                <a:cubicBezTo>
                  <a:pt x="5222792" y="-29016"/>
                  <a:pt x="5633289" y="51977"/>
                  <a:pt x="5922791" y="0"/>
                </a:cubicBezTo>
                <a:cubicBezTo>
                  <a:pt x="5948307" y="68051"/>
                  <a:pt x="5886283" y="216235"/>
                  <a:pt x="5922791" y="316702"/>
                </a:cubicBezTo>
                <a:cubicBezTo>
                  <a:pt x="5959299" y="417169"/>
                  <a:pt x="5914783" y="535653"/>
                  <a:pt x="5922791" y="646331"/>
                </a:cubicBezTo>
                <a:cubicBezTo>
                  <a:pt x="5645120" y="669281"/>
                  <a:pt x="5566632" y="587217"/>
                  <a:pt x="5330512" y="646331"/>
                </a:cubicBezTo>
                <a:cubicBezTo>
                  <a:pt x="5094392" y="705445"/>
                  <a:pt x="4910406" y="577221"/>
                  <a:pt x="4738233" y="646331"/>
                </a:cubicBezTo>
                <a:cubicBezTo>
                  <a:pt x="4566060" y="715441"/>
                  <a:pt x="4495986" y="590662"/>
                  <a:pt x="4264410" y="646331"/>
                </a:cubicBezTo>
                <a:cubicBezTo>
                  <a:pt x="4032834" y="702000"/>
                  <a:pt x="3944282" y="603602"/>
                  <a:pt x="3672130" y="646331"/>
                </a:cubicBezTo>
                <a:cubicBezTo>
                  <a:pt x="3399978" y="689060"/>
                  <a:pt x="3250216" y="630850"/>
                  <a:pt x="3079851" y="646331"/>
                </a:cubicBezTo>
                <a:cubicBezTo>
                  <a:pt x="2909486" y="661812"/>
                  <a:pt x="2632372" y="618791"/>
                  <a:pt x="2487572" y="646331"/>
                </a:cubicBezTo>
                <a:cubicBezTo>
                  <a:pt x="2342772" y="673871"/>
                  <a:pt x="2182441" y="617863"/>
                  <a:pt x="1895293" y="646331"/>
                </a:cubicBezTo>
                <a:cubicBezTo>
                  <a:pt x="1608145" y="674799"/>
                  <a:pt x="1553093" y="598263"/>
                  <a:pt x="1243786" y="646331"/>
                </a:cubicBezTo>
                <a:cubicBezTo>
                  <a:pt x="934479" y="694399"/>
                  <a:pt x="972021" y="621215"/>
                  <a:pt x="769963" y="646331"/>
                </a:cubicBezTo>
                <a:cubicBezTo>
                  <a:pt x="567905" y="671447"/>
                  <a:pt x="247970" y="585003"/>
                  <a:pt x="0" y="646331"/>
                </a:cubicBezTo>
                <a:cubicBezTo>
                  <a:pt x="-21549" y="546236"/>
                  <a:pt x="12871" y="465233"/>
                  <a:pt x="0" y="310239"/>
                </a:cubicBezTo>
                <a:cubicBezTo>
                  <a:pt x="-12871" y="155245"/>
                  <a:pt x="24428" y="88812"/>
                  <a:pt x="0" y="0"/>
                </a:cubicBezTo>
                <a:close/>
              </a:path>
              <a:path w="5922791" h="646331" stroke="0" extrusionOk="0">
                <a:moveTo>
                  <a:pt x="0" y="0"/>
                </a:moveTo>
                <a:cubicBezTo>
                  <a:pt x="120833" y="-15436"/>
                  <a:pt x="311339" y="54388"/>
                  <a:pt x="473823" y="0"/>
                </a:cubicBezTo>
                <a:cubicBezTo>
                  <a:pt x="636307" y="-54388"/>
                  <a:pt x="779386" y="25689"/>
                  <a:pt x="888419" y="0"/>
                </a:cubicBezTo>
                <a:cubicBezTo>
                  <a:pt x="997452" y="-25689"/>
                  <a:pt x="1158101" y="3768"/>
                  <a:pt x="1362242" y="0"/>
                </a:cubicBezTo>
                <a:cubicBezTo>
                  <a:pt x="1566383" y="-3768"/>
                  <a:pt x="1805797" y="27032"/>
                  <a:pt x="1954521" y="0"/>
                </a:cubicBezTo>
                <a:cubicBezTo>
                  <a:pt x="2103245" y="-27032"/>
                  <a:pt x="2500516" y="45098"/>
                  <a:pt x="2665256" y="0"/>
                </a:cubicBezTo>
                <a:cubicBezTo>
                  <a:pt x="2829997" y="-45098"/>
                  <a:pt x="3223441" y="42257"/>
                  <a:pt x="3375991" y="0"/>
                </a:cubicBezTo>
                <a:cubicBezTo>
                  <a:pt x="3528541" y="-42257"/>
                  <a:pt x="3818207" y="545"/>
                  <a:pt x="4027498" y="0"/>
                </a:cubicBezTo>
                <a:cubicBezTo>
                  <a:pt x="4236789" y="-545"/>
                  <a:pt x="4392122" y="49373"/>
                  <a:pt x="4501321" y="0"/>
                </a:cubicBezTo>
                <a:cubicBezTo>
                  <a:pt x="4610520" y="-49373"/>
                  <a:pt x="4785391" y="6373"/>
                  <a:pt x="4915917" y="0"/>
                </a:cubicBezTo>
                <a:cubicBezTo>
                  <a:pt x="5046443" y="-6373"/>
                  <a:pt x="5158854" y="38975"/>
                  <a:pt x="5330512" y="0"/>
                </a:cubicBezTo>
                <a:cubicBezTo>
                  <a:pt x="5502170" y="-38975"/>
                  <a:pt x="5656476" y="58055"/>
                  <a:pt x="5922791" y="0"/>
                </a:cubicBezTo>
                <a:cubicBezTo>
                  <a:pt x="5954925" y="144632"/>
                  <a:pt x="5888975" y="251448"/>
                  <a:pt x="5922791" y="329629"/>
                </a:cubicBezTo>
                <a:cubicBezTo>
                  <a:pt x="5956607" y="407810"/>
                  <a:pt x="5901072" y="568793"/>
                  <a:pt x="5922791" y="646331"/>
                </a:cubicBezTo>
                <a:cubicBezTo>
                  <a:pt x="5792251" y="674678"/>
                  <a:pt x="5661919" y="627110"/>
                  <a:pt x="5508196" y="646331"/>
                </a:cubicBezTo>
                <a:cubicBezTo>
                  <a:pt x="5354474" y="665552"/>
                  <a:pt x="5217758" y="614792"/>
                  <a:pt x="5034372" y="646331"/>
                </a:cubicBezTo>
                <a:cubicBezTo>
                  <a:pt x="4850986" y="677870"/>
                  <a:pt x="4540202" y="596294"/>
                  <a:pt x="4323637" y="646331"/>
                </a:cubicBezTo>
                <a:cubicBezTo>
                  <a:pt x="4107073" y="696368"/>
                  <a:pt x="3952177" y="644075"/>
                  <a:pt x="3849814" y="646331"/>
                </a:cubicBezTo>
                <a:cubicBezTo>
                  <a:pt x="3747451" y="648587"/>
                  <a:pt x="3375015" y="582951"/>
                  <a:pt x="3198307" y="646331"/>
                </a:cubicBezTo>
                <a:cubicBezTo>
                  <a:pt x="3021599" y="709711"/>
                  <a:pt x="2829318" y="637067"/>
                  <a:pt x="2665256" y="646331"/>
                </a:cubicBezTo>
                <a:cubicBezTo>
                  <a:pt x="2501194" y="655595"/>
                  <a:pt x="2342736" y="623264"/>
                  <a:pt x="2250661" y="646331"/>
                </a:cubicBezTo>
                <a:cubicBezTo>
                  <a:pt x="2158587" y="669398"/>
                  <a:pt x="1719790" y="591617"/>
                  <a:pt x="1539926" y="646331"/>
                </a:cubicBezTo>
                <a:cubicBezTo>
                  <a:pt x="1360063" y="701045"/>
                  <a:pt x="1164049" y="605875"/>
                  <a:pt x="947647" y="646331"/>
                </a:cubicBezTo>
                <a:cubicBezTo>
                  <a:pt x="731245" y="686787"/>
                  <a:pt x="251965" y="644468"/>
                  <a:pt x="0" y="646331"/>
                </a:cubicBezTo>
                <a:cubicBezTo>
                  <a:pt x="-13756" y="513157"/>
                  <a:pt x="24772" y="481250"/>
                  <a:pt x="0" y="316702"/>
                </a:cubicBezTo>
                <a:cubicBezTo>
                  <a:pt x="-24772" y="152154"/>
                  <a:pt x="9094" y="150953"/>
                  <a:pt x="0" y="0"/>
                </a:cubicBezTo>
                <a:close/>
              </a:path>
            </a:pathLst>
          </a:custGeom>
          <a:solidFill>
            <a:srgbClr val="9CAE58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17395296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571500" indent="-571500" algn="r" rtl="1">
              <a:buFont typeface="Wingdings" panose="05000000000000000000" pitchFamily="2" charset="2"/>
              <a:buChar char="q"/>
            </a:pPr>
            <a:r>
              <a:rPr lang="he-IL" sz="3600" dirty="0"/>
              <a:t>מכונת המצבים של </a:t>
            </a:r>
            <a:r>
              <a:rPr lang="he-IL" sz="3600" dirty="0" err="1"/>
              <a:t>הפרוגר</a:t>
            </a:r>
            <a:endParaRPr lang="en-IL" sz="3600" dirty="0"/>
          </a:p>
        </p:txBody>
      </p:sp>
      <p:pic>
        <p:nvPicPr>
          <p:cNvPr id="30" name="Picture 29" descr="A cartoon of a small island with logs&#10;&#10;AI-generated content may be incorrect.">
            <a:extLst>
              <a:ext uri="{FF2B5EF4-FFF2-40B4-BE49-F238E27FC236}">
                <a16:creationId xmlns:a16="http://schemas.microsoft.com/office/drawing/2014/main" id="{E903319B-63B5-927F-01CA-D6DDB9F1F3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8" y="2763558"/>
            <a:ext cx="7244012" cy="4094441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A18E581-58D1-42BD-157B-37895FF6C3CD}"/>
              </a:ext>
            </a:extLst>
          </p:cNvPr>
          <p:cNvSpPr/>
          <p:nvPr/>
        </p:nvSpPr>
        <p:spPr>
          <a:xfrm>
            <a:off x="6545794" y="2362795"/>
            <a:ext cx="1867118" cy="1140736"/>
          </a:xfrm>
          <a:prstGeom prst="ellipse">
            <a:avLst/>
          </a:prstGeom>
          <a:solidFill>
            <a:srgbClr val="89CF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MOVE</a:t>
            </a:r>
            <a:endParaRPr lang="en-IL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A60ADB2-1277-5B4E-C270-491B9E1D2A47}"/>
              </a:ext>
            </a:extLst>
          </p:cNvPr>
          <p:cNvSpPr/>
          <p:nvPr/>
        </p:nvSpPr>
        <p:spPr>
          <a:xfrm>
            <a:off x="9657840" y="1246449"/>
            <a:ext cx="1867118" cy="1140736"/>
          </a:xfrm>
          <a:prstGeom prst="ellipse">
            <a:avLst/>
          </a:prstGeom>
          <a:solidFill>
            <a:srgbClr val="9184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WAIT</a:t>
            </a:r>
          </a:p>
          <a:p>
            <a:pPr algn="ctr"/>
            <a:r>
              <a:rPr lang="en-US" dirty="0"/>
              <a:t>FRAME</a:t>
            </a:r>
            <a:endParaRPr lang="en-IL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85F4533-A872-EB64-3E11-24BE572C875D}"/>
              </a:ext>
            </a:extLst>
          </p:cNvPr>
          <p:cNvSpPr/>
          <p:nvPr/>
        </p:nvSpPr>
        <p:spPr>
          <a:xfrm>
            <a:off x="8421470" y="4598480"/>
            <a:ext cx="1867119" cy="114073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COLLISON</a:t>
            </a:r>
            <a:endParaRPr lang="en-IL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9C101B0-A729-0A4E-F4BE-0D573568DC3B}"/>
              </a:ext>
            </a:extLst>
          </p:cNvPr>
          <p:cNvGrpSpPr/>
          <p:nvPr/>
        </p:nvGrpSpPr>
        <p:grpSpPr>
          <a:xfrm>
            <a:off x="3724143" y="2241447"/>
            <a:ext cx="3020601" cy="691716"/>
            <a:chOff x="3724143" y="2241447"/>
            <a:chExt cx="3020601" cy="69171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7B551E8-AB10-3DF5-84EC-66E378EFAED5}"/>
                </a:ext>
              </a:extLst>
            </p:cNvPr>
            <p:cNvSpPr txBox="1"/>
            <p:nvPr/>
          </p:nvSpPr>
          <p:spPr>
            <a:xfrm rot="1016012">
              <a:off x="3724143" y="2241447"/>
              <a:ext cx="30206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en-US" sz="2000" b="1" dirty="0" err="1">
                  <a:solidFill>
                    <a:srgbClr val="4C6B27"/>
                  </a:solidFill>
                </a:rPr>
                <a:t>startOfFrame</a:t>
              </a:r>
              <a:endParaRPr lang="en-IL" sz="2000" b="1" dirty="0">
                <a:solidFill>
                  <a:srgbClr val="4C6B27"/>
                </a:solidFill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FF4506E-9143-6AB6-823C-0285CAF2F46B}"/>
                </a:ext>
              </a:extLst>
            </p:cNvPr>
            <p:cNvCxnSpPr>
              <a:cxnSpLocks/>
              <a:stCxn id="2" idx="6"/>
              <a:endCxn id="3" idx="2"/>
            </p:cNvCxnSpPr>
            <p:nvPr/>
          </p:nvCxnSpPr>
          <p:spPr>
            <a:xfrm>
              <a:off x="3956326" y="2255655"/>
              <a:ext cx="2589468" cy="677508"/>
            </a:xfrm>
            <a:prstGeom prst="straightConnector1">
              <a:avLst/>
            </a:prstGeom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09967F0-0ED6-A685-B152-B8A723DFFECD}"/>
              </a:ext>
            </a:extLst>
          </p:cNvPr>
          <p:cNvGrpSpPr/>
          <p:nvPr/>
        </p:nvGrpSpPr>
        <p:grpSpPr>
          <a:xfrm>
            <a:off x="7496939" y="1816817"/>
            <a:ext cx="2671249" cy="1116346"/>
            <a:chOff x="7496939" y="1816817"/>
            <a:chExt cx="2671249" cy="1116346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1FC2022-E548-19B7-77CC-10A6F6CD0643}"/>
                </a:ext>
              </a:extLst>
            </p:cNvPr>
            <p:cNvCxnSpPr>
              <a:cxnSpLocks/>
              <a:stCxn id="3" idx="6"/>
              <a:endCxn id="4" idx="2"/>
            </p:cNvCxnSpPr>
            <p:nvPr/>
          </p:nvCxnSpPr>
          <p:spPr>
            <a:xfrm flipV="1">
              <a:off x="8412912" y="1816817"/>
              <a:ext cx="1244928" cy="1116346"/>
            </a:xfrm>
            <a:prstGeom prst="straightConnector1">
              <a:avLst/>
            </a:prstGeom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DC11BA3-B43C-45DC-5DD2-D02B90B0528A}"/>
                </a:ext>
              </a:extLst>
            </p:cNvPr>
            <p:cNvSpPr txBox="1"/>
            <p:nvPr/>
          </p:nvSpPr>
          <p:spPr>
            <a:xfrm rot="19304035">
              <a:off x="7496939" y="2169322"/>
              <a:ext cx="267124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en-US" sz="2000" b="1" dirty="0" err="1">
                  <a:solidFill>
                    <a:srgbClr val="4C6B27"/>
                  </a:solidFill>
                </a:rPr>
                <a:t>clk</a:t>
              </a:r>
              <a:endParaRPr lang="en-IL" sz="2000" b="1" dirty="0">
                <a:solidFill>
                  <a:srgbClr val="4C6B27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42D70CA-F81F-0D4D-F878-E51A58E302D5}"/>
              </a:ext>
            </a:extLst>
          </p:cNvPr>
          <p:cNvGrpSpPr/>
          <p:nvPr/>
        </p:nvGrpSpPr>
        <p:grpSpPr>
          <a:xfrm>
            <a:off x="3682893" y="1294580"/>
            <a:ext cx="6248380" cy="557764"/>
            <a:chOff x="3682893" y="1294580"/>
            <a:chExt cx="6248380" cy="557764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33D3439-E68D-0BBE-6AC3-5D60B5761B6A}"/>
                </a:ext>
              </a:extLst>
            </p:cNvPr>
            <p:cNvCxnSpPr>
              <a:cxnSpLocks/>
              <a:stCxn id="4" idx="1"/>
              <a:endCxn id="2" idx="7"/>
            </p:cNvCxnSpPr>
            <p:nvPr/>
          </p:nvCxnSpPr>
          <p:spPr>
            <a:xfrm flipH="1">
              <a:off x="3682893" y="1413506"/>
              <a:ext cx="6248380" cy="438838"/>
            </a:xfrm>
            <a:prstGeom prst="straightConnector1">
              <a:avLst/>
            </a:prstGeom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947DC1D-DA4D-0F86-FF00-A788A999F632}"/>
                </a:ext>
              </a:extLst>
            </p:cNvPr>
            <p:cNvSpPr txBox="1"/>
            <p:nvPr/>
          </p:nvSpPr>
          <p:spPr>
            <a:xfrm rot="21368522">
              <a:off x="5043554" y="1294580"/>
              <a:ext cx="30206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en-US" sz="2000" b="1" dirty="0">
                  <a:solidFill>
                    <a:srgbClr val="4C6B27"/>
                  </a:solidFill>
                </a:rPr>
                <a:t>!Log collision</a:t>
              </a:r>
              <a:endParaRPr lang="en-IL" sz="2000" b="1" dirty="0">
                <a:solidFill>
                  <a:srgbClr val="4C6B27"/>
                </a:solidFill>
              </a:endParaRPr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B24E4AA-ED1E-4E66-C5ED-7E9AD7947BDC}"/>
              </a:ext>
            </a:extLst>
          </p:cNvPr>
          <p:cNvCxnSpPr>
            <a:cxnSpLocks/>
            <a:stCxn id="5" idx="2"/>
            <a:endCxn id="2" idx="5"/>
          </p:cNvCxnSpPr>
          <p:nvPr/>
        </p:nvCxnSpPr>
        <p:spPr>
          <a:xfrm flipH="1" flipV="1">
            <a:off x="3682893" y="2658966"/>
            <a:ext cx="4738577" cy="2509882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56232D8-0BCA-8C35-1C27-A65474401410}"/>
              </a:ext>
            </a:extLst>
          </p:cNvPr>
          <p:cNvSpPr txBox="1"/>
          <p:nvPr/>
        </p:nvSpPr>
        <p:spPr>
          <a:xfrm rot="1550227">
            <a:off x="5426515" y="3920362"/>
            <a:ext cx="2562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2000" b="1" dirty="0" err="1">
                <a:solidFill>
                  <a:srgbClr val="4C6B27"/>
                </a:solidFill>
              </a:rPr>
              <a:t>clk</a:t>
            </a:r>
            <a:endParaRPr lang="en-IL" sz="2000" b="1" dirty="0">
              <a:solidFill>
                <a:srgbClr val="4C6B27"/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4155FB8-4979-AA1C-1473-B56909B5543B}"/>
              </a:ext>
            </a:extLst>
          </p:cNvPr>
          <p:cNvGrpSpPr/>
          <p:nvPr/>
        </p:nvGrpSpPr>
        <p:grpSpPr>
          <a:xfrm>
            <a:off x="975976" y="1378351"/>
            <a:ext cx="3020601" cy="1447672"/>
            <a:chOff x="1600601" y="2608280"/>
            <a:chExt cx="3020601" cy="1447672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47D549BF-232F-FB4F-98FC-D0B19B98DF2F}"/>
                </a:ext>
              </a:extLst>
            </p:cNvPr>
            <p:cNvSpPr/>
            <p:nvPr/>
          </p:nvSpPr>
          <p:spPr>
            <a:xfrm>
              <a:off x="2713833" y="2915216"/>
              <a:ext cx="1867118" cy="1140736"/>
            </a:xfrm>
            <a:prstGeom prst="ellipse">
              <a:avLst/>
            </a:prstGeom>
            <a:solidFill>
              <a:srgbClr val="9CAE5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IDLE</a:t>
              </a:r>
              <a:endParaRPr lang="en-IL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1542C70-E67D-DB00-E2B0-101488C28A5E}"/>
                </a:ext>
              </a:extLst>
            </p:cNvPr>
            <p:cNvSpPr txBox="1"/>
            <p:nvPr/>
          </p:nvSpPr>
          <p:spPr>
            <a:xfrm>
              <a:off x="1600601" y="2608280"/>
              <a:ext cx="30206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en-US" sz="2000" b="1" dirty="0">
                  <a:solidFill>
                    <a:srgbClr val="4C6B27"/>
                  </a:solidFill>
                </a:rPr>
                <a:t>!</a:t>
              </a:r>
              <a:r>
                <a:rPr lang="en-US" sz="2000" b="1" dirty="0" err="1">
                  <a:solidFill>
                    <a:srgbClr val="4C6B27"/>
                  </a:solidFill>
                </a:rPr>
                <a:t>resetN</a:t>
              </a:r>
              <a:endParaRPr lang="en-IL" sz="2000" b="1" dirty="0">
                <a:solidFill>
                  <a:srgbClr val="4C6B27"/>
                </a:solidFill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3CE2D2C-9D27-010B-60AF-B98A829F94D5}"/>
              </a:ext>
            </a:extLst>
          </p:cNvPr>
          <p:cNvGrpSpPr/>
          <p:nvPr/>
        </p:nvGrpSpPr>
        <p:grpSpPr>
          <a:xfrm>
            <a:off x="9104553" y="2387185"/>
            <a:ext cx="3020601" cy="2211295"/>
            <a:chOff x="9104553" y="2387185"/>
            <a:chExt cx="3020601" cy="2211295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E99A886-C08A-5F74-B601-7AC484C5527D}"/>
                </a:ext>
              </a:extLst>
            </p:cNvPr>
            <p:cNvCxnSpPr>
              <a:cxnSpLocks/>
              <a:stCxn id="4" idx="4"/>
              <a:endCxn id="5" idx="0"/>
            </p:cNvCxnSpPr>
            <p:nvPr/>
          </p:nvCxnSpPr>
          <p:spPr>
            <a:xfrm flipH="1">
              <a:off x="9355030" y="2387185"/>
              <a:ext cx="1236369" cy="2211295"/>
            </a:xfrm>
            <a:prstGeom prst="straightConnector1">
              <a:avLst/>
            </a:prstGeom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9" name="TextBox 41">
              <a:extLst>
                <a:ext uri="{FF2B5EF4-FFF2-40B4-BE49-F238E27FC236}">
                  <a16:creationId xmlns:a16="http://schemas.microsoft.com/office/drawing/2014/main" id="{D3EABAD8-0EB2-F5DC-F218-1210ED44F843}"/>
                </a:ext>
              </a:extLst>
            </p:cNvPr>
            <p:cNvSpPr txBox="1"/>
            <p:nvPr/>
          </p:nvSpPr>
          <p:spPr>
            <a:xfrm>
              <a:off x="9104553" y="3136301"/>
              <a:ext cx="302060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1"/>
              <a:r>
                <a:rPr lang="en-US" sz="2000" b="1" dirty="0">
                  <a:solidFill>
                    <a:srgbClr val="4C6B27"/>
                  </a:solidFill>
                </a:rPr>
                <a:t>Log </a:t>
              </a:r>
            </a:p>
            <a:p>
              <a:pPr algn="ctr" rtl="1"/>
              <a:r>
                <a:rPr lang="en-US" sz="2000" b="1" dirty="0">
                  <a:solidFill>
                    <a:srgbClr val="4C6B27"/>
                  </a:solidFill>
                </a:rPr>
                <a:t>collision</a:t>
              </a:r>
              <a:endParaRPr lang="en-IL" sz="2000" b="1" dirty="0">
                <a:solidFill>
                  <a:srgbClr val="4C6B27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1413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9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D6528D-BE15-5CE0-48F6-2E7B5E956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4121339-1176-51E3-1778-EE8EAA6A9B9F}"/>
              </a:ext>
            </a:extLst>
          </p:cNvPr>
          <p:cNvSpPr txBox="1"/>
          <p:nvPr/>
        </p:nvSpPr>
        <p:spPr>
          <a:xfrm>
            <a:off x="3540642" y="396704"/>
            <a:ext cx="8478149" cy="830997"/>
          </a:xfrm>
          <a:custGeom>
            <a:avLst/>
            <a:gdLst>
              <a:gd name="connsiteX0" fmla="*/ 0 w 8478149"/>
              <a:gd name="connsiteY0" fmla="*/ 0 h 830997"/>
              <a:gd name="connsiteX1" fmla="*/ 649991 w 8478149"/>
              <a:gd name="connsiteY1" fmla="*/ 0 h 830997"/>
              <a:gd name="connsiteX2" fmla="*/ 1130420 w 8478149"/>
              <a:gd name="connsiteY2" fmla="*/ 0 h 830997"/>
              <a:gd name="connsiteX3" fmla="*/ 1780411 w 8478149"/>
              <a:gd name="connsiteY3" fmla="*/ 0 h 830997"/>
              <a:gd name="connsiteX4" fmla="*/ 2430403 w 8478149"/>
              <a:gd name="connsiteY4" fmla="*/ 0 h 830997"/>
              <a:gd name="connsiteX5" fmla="*/ 2995613 w 8478149"/>
              <a:gd name="connsiteY5" fmla="*/ 0 h 830997"/>
              <a:gd name="connsiteX6" fmla="*/ 3730386 w 8478149"/>
              <a:gd name="connsiteY6" fmla="*/ 0 h 830997"/>
              <a:gd name="connsiteX7" fmla="*/ 4210814 w 8478149"/>
              <a:gd name="connsiteY7" fmla="*/ 0 h 830997"/>
              <a:gd name="connsiteX8" fmla="*/ 4606461 w 8478149"/>
              <a:gd name="connsiteY8" fmla="*/ 0 h 830997"/>
              <a:gd name="connsiteX9" fmla="*/ 4917326 w 8478149"/>
              <a:gd name="connsiteY9" fmla="*/ 0 h 830997"/>
              <a:gd name="connsiteX10" fmla="*/ 5397755 w 8478149"/>
              <a:gd name="connsiteY10" fmla="*/ 0 h 830997"/>
              <a:gd name="connsiteX11" fmla="*/ 5708620 w 8478149"/>
              <a:gd name="connsiteY11" fmla="*/ 0 h 830997"/>
              <a:gd name="connsiteX12" fmla="*/ 6189049 w 8478149"/>
              <a:gd name="connsiteY12" fmla="*/ 0 h 830997"/>
              <a:gd name="connsiteX13" fmla="*/ 6754259 w 8478149"/>
              <a:gd name="connsiteY13" fmla="*/ 0 h 830997"/>
              <a:gd name="connsiteX14" fmla="*/ 7319469 w 8478149"/>
              <a:gd name="connsiteY14" fmla="*/ 0 h 830997"/>
              <a:gd name="connsiteX15" fmla="*/ 7630334 w 8478149"/>
              <a:gd name="connsiteY15" fmla="*/ 0 h 830997"/>
              <a:gd name="connsiteX16" fmla="*/ 8478149 w 8478149"/>
              <a:gd name="connsiteY16" fmla="*/ 0 h 830997"/>
              <a:gd name="connsiteX17" fmla="*/ 8478149 w 8478149"/>
              <a:gd name="connsiteY17" fmla="*/ 398879 h 830997"/>
              <a:gd name="connsiteX18" fmla="*/ 8478149 w 8478149"/>
              <a:gd name="connsiteY18" fmla="*/ 830997 h 830997"/>
              <a:gd name="connsiteX19" fmla="*/ 7912939 w 8478149"/>
              <a:gd name="connsiteY19" fmla="*/ 830997 h 830997"/>
              <a:gd name="connsiteX20" fmla="*/ 7432511 w 8478149"/>
              <a:gd name="connsiteY20" fmla="*/ 830997 h 830997"/>
              <a:gd name="connsiteX21" fmla="*/ 6782519 w 8478149"/>
              <a:gd name="connsiteY21" fmla="*/ 830997 h 830997"/>
              <a:gd name="connsiteX22" fmla="*/ 6217309 w 8478149"/>
              <a:gd name="connsiteY22" fmla="*/ 830997 h 830997"/>
              <a:gd name="connsiteX23" fmla="*/ 5736881 w 8478149"/>
              <a:gd name="connsiteY23" fmla="*/ 830997 h 830997"/>
              <a:gd name="connsiteX24" fmla="*/ 5086889 w 8478149"/>
              <a:gd name="connsiteY24" fmla="*/ 830997 h 830997"/>
              <a:gd name="connsiteX25" fmla="*/ 4436898 w 8478149"/>
              <a:gd name="connsiteY25" fmla="*/ 830997 h 830997"/>
              <a:gd name="connsiteX26" fmla="*/ 3871688 w 8478149"/>
              <a:gd name="connsiteY26" fmla="*/ 830997 h 830997"/>
              <a:gd name="connsiteX27" fmla="*/ 3391260 w 8478149"/>
              <a:gd name="connsiteY27" fmla="*/ 830997 h 830997"/>
              <a:gd name="connsiteX28" fmla="*/ 2826050 w 8478149"/>
              <a:gd name="connsiteY28" fmla="*/ 830997 h 830997"/>
              <a:gd name="connsiteX29" fmla="*/ 2345621 w 8478149"/>
              <a:gd name="connsiteY29" fmla="*/ 830997 h 830997"/>
              <a:gd name="connsiteX30" fmla="*/ 1865193 w 8478149"/>
              <a:gd name="connsiteY30" fmla="*/ 830997 h 830997"/>
              <a:gd name="connsiteX31" fmla="*/ 1215201 w 8478149"/>
              <a:gd name="connsiteY31" fmla="*/ 830997 h 830997"/>
              <a:gd name="connsiteX32" fmla="*/ 734773 w 8478149"/>
              <a:gd name="connsiteY32" fmla="*/ 830997 h 830997"/>
              <a:gd name="connsiteX33" fmla="*/ 0 w 8478149"/>
              <a:gd name="connsiteY33" fmla="*/ 830997 h 830997"/>
              <a:gd name="connsiteX34" fmla="*/ 0 w 8478149"/>
              <a:gd name="connsiteY34" fmla="*/ 398879 h 830997"/>
              <a:gd name="connsiteX35" fmla="*/ 0 w 8478149"/>
              <a:gd name="connsiteY35" fmla="*/ 0 h 830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478149" h="830997" fill="none" extrusionOk="0">
                <a:moveTo>
                  <a:pt x="0" y="0"/>
                </a:moveTo>
                <a:cubicBezTo>
                  <a:pt x="278860" y="-23465"/>
                  <a:pt x="484682" y="57603"/>
                  <a:pt x="649991" y="0"/>
                </a:cubicBezTo>
                <a:cubicBezTo>
                  <a:pt x="815300" y="-57603"/>
                  <a:pt x="898921" y="12259"/>
                  <a:pt x="1130420" y="0"/>
                </a:cubicBezTo>
                <a:cubicBezTo>
                  <a:pt x="1361919" y="-12259"/>
                  <a:pt x="1643179" y="51230"/>
                  <a:pt x="1780411" y="0"/>
                </a:cubicBezTo>
                <a:cubicBezTo>
                  <a:pt x="1917643" y="-51230"/>
                  <a:pt x="2170294" y="2885"/>
                  <a:pt x="2430403" y="0"/>
                </a:cubicBezTo>
                <a:cubicBezTo>
                  <a:pt x="2690512" y="-2885"/>
                  <a:pt x="2867353" y="16896"/>
                  <a:pt x="2995613" y="0"/>
                </a:cubicBezTo>
                <a:cubicBezTo>
                  <a:pt x="3123873" y="-16896"/>
                  <a:pt x="3426473" y="79746"/>
                  <a:pt x="3730386" y="0"/>
                </a:cubicBezTo>
                <a:cubicBezTo>
                  <a:pt x="4034299" y="-79746"/>
                  <a:pt x="4090838" y="20294"/>
                  <a:pt x="4210814" y="0"/>
                </a:cubicBezTo>
                <a:cubicBezTo>
                  <a:pt x="4330790" y="-20294"/>
                  <a:pt x="4454900" y="32698"/>
                  <a:pt x="4606461" y="0"/>
                </a:cubicBezTo>
                <a:cubicBezTo>
                  <a:pt x="4758022" y="-32698"/>
                  <a:pt x="4787825" y="17775"/>
                  <a:pt x="4917326" y="0"/>
                </a:cubicBezTo>
                <a:cubicBezTo>
                  <a:pt x="5046828" y="-17775"/>
                  <a:pt x="5215305" y="18965"/>
                  <a:pt x="5397755" y="0"/>
                </a:cubicBezTo>
                <a:cubicBezTo>
                  <a:pt x="5580205" y="-18965"/>
                  <a:pt x="5645667" y="27249"/>
                  <a:pt x="5708620" y="0"/>
                </a:cubicBezTo>
                <a:cubicBezTo>
                  <a:pt x="5771573" y="-27249"/>
                  <a:pt x="6074070" y="51876"/>
                  <a:pt x="6189049" y="0"/>
                </a:cubicBezTo>
                <a:cubicBezTo>
                  <a:pt x="6304028" y="-51876"/>
                  <a:pt x="6595908" y="13048"/>
                  <a:pt x="6754259" y="0"/>
                </a:cubicBezTo>
                <a:cubicBezTo>
                  <a:pt x="6912610" y="-13048"/>
                  <a:pt x="7179645" y="67492"/>
                  <a:pt x="7319469" y="0"/>
                </a:cubicBezTo>
                <a:cubicBezTo>
                  <a:pt x="7459293" y="-67492"/>
                  <a:pt x="7554776" y="25536"/>
                  <a:pt x="7630334" y="0"/>
                </a:cubicBezTo>
                <a:cubicBezTo>
                  <a:pt x="7705893" y="-25536"/>
                  <a:pt x="8196810" y="43883"/>
                  <a:pt x="8478149" y="0"/>
                </a:cubicBezTo>
                <a:cubicBezTo>
                  <a:pt x="8486496" y="182594"/>
                  <a:pt x="8452875" y="247332"/>
                  <a:pt x="8478149" y="398879"/>
                </a:cubicBezTo>
                <a:cubicBezTo>
                  <a:pt x="8503423" y="550426"/>
                  <a:pt x="8451139" y="677094"/>
                  <a:pt x="8478149" y="830997"/>
                </a:cubicBezTo>
                <a:cubicBezTo>
                  <a:pt x="8234302" y="868034"/>
                  <a:pt x="8159100" y="827960"/>
                  <a:pt x="7912939" y="830997"/>
                </a:cubicBezTo>
                <a:cubicBezTo>
                  <a:pt x="7666778" y="834034"/>
                  <a:pt x="7603399" y="803788"/>
                  <a:pt x="7432511" y="830997"/>
                </a:cubicBezTo>
                <a:cubicBezTo>
                  <a:pt x="7261623" y="858206"/>
                  <a:pt x="7047627" y="767078"/>
                  <a:pt x="6782519" y="830997"/>
                </a:cubicBezTo>
                <a:cubicBezTo>
                  <a:pt x="6517411" y="894916"/>
                  <a:pt x="6367192" y="787894"/>
                  <a:pt x="6217309" y="830997"/>
                </a:cubicBezTo>
                <a:cubicBezTo>
                  <a:pt x="6067426" y="874100"/>
                  <a:pt x="5910316" y="799105"/>
                  <a:pt x="5736881" y="830997"/>
                </a:cubicBezTo>
                <a:cubicBezTo>
                  <a:pt x="5563446" y="862889"/>
                  <a:pt x="5348308" y="827285"/>
                  <a:pt x="5086889" y="830997"/>
                </a:cubicBezTo>
                <a:cubicBezTo>
                  <a:pt x="4825470" y="834709"/>
                  <a:pt x="4594665" y="810975"/>
                  <a:pt x="4436898" y="830997"/>
                </a:cubicBezTo>
                <a:cubicBezTo>
                  <a:pt x="4279131" y="851019"/>
                  <a:pt x="4063818" y="774596"/>
                  <a:pt x="3871688" y="830997"/>
                </a:cubicBezTo>
                <a:cubicBezTo>
                  <a:pt x="3679558" y="887398"/>
                  <a:pt x="3545038" y="822654"/>
                  <a:pt x="3391260" y="830997"/>
                </a:cubicBezTo>
                <a:cubicBezTo>
                  <a:pt x="3237482" y="839340"/>
                  <a:pt x="3096148" y="765676"/>
                  <a:pt x="2826050" y="830997"/>
                </a:cubicBezTo>
                <a:cubicBezTo>
                  <a:pt x="2555952" y="896318"/>
                  <a:pt x="2517786" y="773543"/>
                  <a:pt x="2345621" y="830997"/>
                </a:cubicBezTo>
                <a:cubicBezTo>
                  <a:pt x="2173456" y="888451"/>
                  <a:pt x="1999303" y="798205"/>
                  <a:pt x="1865193" y="830997"/>
                </a:cubicBezTo>
                <a:cubicBezTo>
                  <a:pt x="1731083" y="863789"/>
                  <a:pt x="1402418" y="825946"/>
                  <a:pt x="1215201" y="830997"/>
                </a:cubicBezTo>
                <a:cubicBezTo>
                  <a:pt x="1027984" y="836048"/>
                  <a:pt x="902247" y="828282"/>
                  <a:pt x="734773" y="830997"/>
                </a:cubicBezTo>
                <a:cubicBezTo>
                  <a:pt x="567299" y="833712"/>
                  <a:pt x="303631" y="782317"/>
                  <a:pt x="0" y="830997"/>
                </a:cubicBezTo>
                <a:cubicBezTo>
                  <a:pt x="-33160" y="686822"/>
                  <a:pt x="17000" y="519510"/>
                  <a:pt x="0" y="398879"/>
                </a:cubicBezTo>
                <a:cubicBezTo>
                  <a:pt x="-17000" y="278248"/>
                  <a:pt x="27623" y="163197"/>
                  <a:pt x="0" y="0"/>
                </a:cubicBezTo>
                <a:close/>
              </a:path>
              <a:path w="8478149" h="830997" stroke="0" extrusionOk="0">
                <a:moveTo>
                  <a:pt x="0" y="0"/>
                </a:moveTo>
                <a:cubicBezTo>
                  <a:pt x="133297" y="-10607"/>
                  <a:pt x="211445" y="19649"/>
                  <a:pt x="395647" y="0"/>
                </a:cubicBezTo>
                <a:cubicBezTo>
                  <a:pt x="579849" y="-19649"/>
                  <a:pt x="632884" y="34751"/>
                  <a:pt x="706512" y="0"/>
                </a:cubicBezTo>
                <a:cubicBezTo>
                  <a:pt x="780141" y="-34751"/>
                  <a:pt x="988280" y="20650"/>
                  <a:pt x="1102159" y="0"/>
                </a:cubicBezTo>
                <a:cubicBezTo>
                  <a:pt x="1216038" y="-20650"/>
                  <a:pt x="1509191" y="19891"/>
                  <a:pt x="1667369" y="0"/>
                </a:cubicBezTo>
                <a:cubicBezTo>
                  <a:pt x="1825547" y="-19891"/>
                  <a:pt x="2198935" y="8381"/>
                  <a:pt x="2402142" y="0"/>
                </a:cubicBezTo>
                <a:cubicBezTo>
                  <a:pt x="2605349" y="-8381"/>
                  <a:pt x="2824636" y="81455"/>
                  <a:pt x="3136915" y="0"/>
                </a:cubicBezTo>
                <a:cubicBezTo>
                  <a:pt x="3449194" y="-81455"/>
                  <a:pt x="3614044" y="30573"/>
                  <a:pt x="3786907" y="0"/>
                </a:cubicBezTo>
                <a:cubicBezTo>
                  <a:pt x="3959770" y="-30573"/>
                  <a:pt x="4090574" y="32175"/>
                  <a:pt x="4182554" y="0"/>
                </a:cubicBezTo>
                <a:cubicBezTo>
                  <a:pt x="4274534" y="-32175"/>
                  <a:pt x="4382909" y="18934"/>
                  <a:pt x="4493419" y="0"/>
                </a:cubicBezTo>
                <a:cubicBezTo>
                  <a:pt x="4603930" y="-18934"/>
                  <a:pt x="4673691" y="4633"/>
                  <a:pt x="4804284" y="0"/>
                </a:cubicBezTo>
                <a:cubicBezTo>
                  <a:pt x="4934877" y="-4633"/>
                  <a:pt x="5300680" y="38555"/>
                  <a:pt x="5454276" y="0"/>
                </a:cubicBezTo>
                <a:cubicBezTo>
                  <a:pt x="5607872" y="-38555"/>
                  <a:pt x="5898691" y="47016"/>
                  <a:pt x="6104267" y="0"/>
                </a:cubicBezTo>
                <a:cubicBezTo>
                  <a:pt x="6309843" y="-47016"/>
                  <a:pt x="6589723" y="20183"/>
                  <a:pt x="6839040" y="0"/>
                </a:cubicBezTo>
                <a:cubicBezTo>
                  <a:pt x="7088357" y="-20183"/>
                  <a:pt x="7219315" y="27747"/>
                  <a:pt x="7573813" y="0"/>
                </a:cubicBezTo>
                <a:cubicBezTo>
                  <a:pt x="7928311" y="-27747"/>
                  <a:pt x="7829858" y="3831"/>
                  <a:pt x="7969460" y="0"/>
                </a:cubicBezTo>
                <a:cubicBezTo>
                  <a:pt x="8109062" y="-3831"/>
                  <a:pt x="8269373" y="35490"/>
                  <a:pt x="8478149" y="0"/>
                </a:cubicBezTo>
                <a:cubicBezTo>
                  <a:pt x="8504497" y="146055"/>
                  <a:pt x="8449057" y="313964"/>
                  <a:pt x="8478149" y="407189"/>
                </a:cubicBezTo>
                <a:cubicBezTo>
                  <a:pt x="8507241" y="500414"/>
                  <a:pt x="8463243" y="699777"/>
                  <a:pt x="8478149" y="830997"/>
                </a:cubicBezTo>
                <a:cubicBezTo>
                  <a:pt x="8329070" y="897054"/>
                  <a:pt x="8038856" y="823824"/>
                  <a:pt x="7912939" y="830997"/>
                </a:cubicBezTo>
                <a:cubicBezTo>
                  <a:pt x="7787022" y="838170"/>
                  <a:pt x="7747088" y="809219"/>
                  <a:pt x="7602074" y="830997"/>
                </a:cubicBezTo>
                <a:cubicBezTo>
                  <a:pt x="7457060" y="852775"/>
                  <a:pt x="7080589" y="821996"/>
                  <a:pt x="6867301" y="830997"/>
                </a:cubicBezTo>
                <a:cubicBezTo>
                  <a:pt x="6654013" y="839998"/>
                  <a:pt x="6448607" y="818863"/>
                  <a:pt x="6302091" y="830997"/>
                </a:cubicBezTo>
                <a:cubicBezTo>
                  <a:pt x="6155575" y="843131"/>
                  <a:pt x="5952179" y="787487"/>
                  <a:pt x="5821662" y="830997"/>
                </a:cubicBezTo>
                <a:cubicBezTo>
                  <a:pt x="5691145" y="874507"/>
                  <a:pt x="5349891" y="824075"/>
                  <a:pt x="5171671" y="830997"/>
                </a:cubicBezTo>
                <a:cubicBezTo>
                  <a:pt x="4993451" y="837919"/>
                  <a:pt x="4913606" y="827813"/>
                  <a:pt x="4691242" y="830997"/>
                </a:cubicBezTo>
                <a:cubicBezTo>
                  <a:pt x="4468878" y="834181"/>
                  <a:pt x="4391344" y="813600"/>
                  <a:pt x="4126033" y="830997"/>
                </a:cubicBezTo>
                <a:cubicBezTo>
                  <a:pt x="3860722" y="848394"/>
                  <a:pt x="3898946" y="802065"/>
                  <a:pt x="3815167" y="830997"/>
                </a:cubicBezTo>
                <a:cubicBezTo>
                  <a:pt x="3731388" y="859929"/>
                  <a:pt x="3443249" y="821744"/>
                  <a:pt x="3080394" y="830997"/>
                </a:cubicBezTo>
                <a:cubicBezTo>
                  <a:pt x="2717539" y="840250"/>
                  <a:pt x="2895167" y="794080"/>
                  <a:pt x="2769529" y="830997"/>
                </a:cubicBezTo>
                <a:cubicBezTo>
                  <a:pt x="2643891" y="867914"/>
                  <a:pt x="2394014" y="820328"/>
                  <a:pt x="2204319" y="830997"/>
                </a:cubicBezTo>
                <a:cubicBezTo>
                  <a:pt x="2014624" y="841666"/>
                  <a:pt x="1720598" y="796125"/>
                  <a:pt x="1469546" y="830997"/>
                </a:cubicBezTo>
                <a:cubicBezTo>
                  <a:pt x="1218494" y="865869"/>
                  <a:pt x="1278668" y="803658"/>
                  <a:pt x="1158680" y="830997"/>
                </a:cubicBezTo>
                <a:cubicBezTo>
                  <a:pt x="1038692" y="858336"/>
                  <a:pt x="431807" y="793164"/>
                  <a:pt x="0" y="830997"/>
                </a:cubicBezTo>
                <a:cubicBezTo>
                  <a:pt x="-28090" y="684866"/>
                  <a:pt x="45006" y="558674"/>
                  <a:pt x="0" y="432118"/>
                </a:cubicBezTo>
                <a:cubicBezTo>
                  <a:pt x="-45006" y="305562"/>
                  <a:pt x="45965" y="208104"/>
                  <a:pt x="0" y="0"/>
                </a:cubicBezTo>
                <a:close/>
              </a:path>
            </a:pathLst>
          </a:custGeom>
          <a:solidFill>
            <a:srgbClr val="9CAE58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17395296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571500" indent="-571500" algn="r" rtl="1">
              <a:buFont typeface="Wingdings" panose="05000000000000000000" pitchFamily="2" charset="2"/>
              <a:buChar char="q"/>
            </a:pPr>
            <a:r>
              <a:rPr lang="he-IL" sz="4800" dirty="0"/>
              <a:t>שימוש מעניין ב-</a:t>
            </a:r>
            <a:r>
              <a:rPr lang="en-US" sz="4800" dirty="0"/>
              <a:t>Signal Tap</a:t>
            </a:r>
            <a:endParaRPr lang="en-IL" sz="4800" dirty="0"/>
          </a:p>
        </p:txBody>
      </p:sp>
      <p:pic>
        <p:nvPicPr>
          <p:cNvPr id="30" name="Picture 29" descr="A cartoon of a small island with logs&#10;&#10;AI-generated content may be incorrect.">
            <a:extLst>
              <a:ext uri="{FF2B5EF4-FFF2-40B4-BE49-F238E27FC236}">
                <a16:creationId xmlns:a16="http://schemas.microsoft.com/office/drawing/2014/main" id="{3AF87CBF-7D21-71B4-5359-C5E99A0D26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8" y="2763558"/>
            <a:ext cx="7244012" cy="409444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B35E421-3BDE-73AB-4F4F-356F0009A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34" y="2253910"/>
            <a:ext cx="11371750" cy="991532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876DBB8-BA10-8EB3-37A4-1A8EC53F5BBC}"/>
              </a:ext>
            </a:extLst>
          </p:cNvPr>
          <p:cNvCxnSpPr>
            <a:cxnSpLocks/>
          </p:cNvCxnSpPr>
          <p:nvPr/>
        </p:nvCxnSpPr>
        <p:spPr>
          <a:xfrm flipH="1" flipV="1">
            <a:off x="8527612" y="1995600"/>
            <a:ext cx="522001" cy="880005"/>
          </a:xfrm>
          <a:prstGeom prst="straightConnector1">
            <a:avLst/>
          </a:prstGeom>
          <a:noFill/>
          <a:ln w="28575" cap="rnd" cmpd="sng" algn="ctr">
            <a:solidFill>
              <a:srgbClr val="B01513"/>
            </a:solidFill>
            <a:prstDash val="solid"/>
            <a:tailEnd type="triangle"/>
          </a:ln>
          <a:effectLst>
            <a:outerShdw blurRad="38100" dist="25400" dir="5400000" rotWithShape="0">
              <a:srgbClr val="000000">
                <a:alpha val="45000"/>
              </a:srgbClr>
            </a:outerShdw>
          </a:effectLst>
        </p:spPr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6FC0F36D-69E3-FF19-D635-9A48A43FDD68}"/>
              </a:ext>
            </a:extLst>
          </p:cNvPr>
          <p:cNvSpPr/>
          <p:nvPr/>
        </p:nvSpPr>
        <p:spPr>
          <a:xfrm>
            <a:off x="9004718" y="2924421"/>
            <a:ext cx="248574" cy="183463"/>
          </a:xfrm>
          <a:prstGeom prst="ellipse">
            <a:avLst/>
          </a:prstGeom>
          <a:noFill/>
          <a:ln w="19050" cap="rnd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5FC972-91F8-B1F5-4C6A-9BE0FD5438F1}"/>
              </a:ext>
            </a:extLst>
          </p:cNvPr>
          <p:cNvSpPr txBox="1"/>
          <p:nvPr/>
        </p:nvSpPr>
        <p:spPr>
          <a:xfrm>
            <a:off x="6771525" y="1326153"/>
            <a:ext cx="30206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he-IL" sz="2000" b="1" dirty="0">
                <a:solidFill>
                  <a:schemeClr val="accent1">
                    <a:lumMod val="75000"/>
                  </a:schemeClr>
                </a:solidFill>
              </a:rPr>
              <a:t>הבאג: ירידת חיים כאשר מסיימים שלב בהצלחה</a:t>
            </a:r>
            <a:endParaRPr lang="en-IL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0583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9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48579B-4830-5586-4C4E-4AC080A73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1A85099-A315-5546-BB13-34C16AEC08C4}"/>
              </a:ext>
            </a:extLst>
          </p:cNvPr>
          <p:cNvSpPr txBox="1"/>
          <p:nvPr/>
        </p:nvSpPr>
        <p:spPr>
          <a:xfrm>
            <a:off x="3540642" y="396704"/>
            <a:ext cx="8478149" cy="830997"/>
          </a:xfrm>
          <a:custGeom>
            <a:avLst/>
            <a:gdLst>
              <a:gd name="connsiteX0" fmla="*/ 0 w 8478149"/>
              <a:gd name="connsiteY0" fmla="*/ 0 h 830997"/>
              <a:gd name="connsiteX1" fmla="*/ 649991 w 8478149"/>
              <a:gd name="connsiteY1" fmla="*/ 0 h 830997"/>
              <a:gd name="connsiteX2" fmla="*/ 1130420 w 8478149"/>
              <a:gd name="connsiteY2" fmla="*/ 0 h 830997"/>
              <a:gd name="connsiteX3" fmla="*/ 1780411 w 8478149"/>
              <a:gd name="connsiteY3" fmla="*/ 0 h 830997"/>
              <a:gd name="connsiteX4" fmla="*/ 2430403 w 8478149"/>
              <a:gd name="connsiteY4" fmla="*/ 0 h 830997"/>
              <a:gd name="connsiteX5" fmla="*/ 2995613 w 8478149"/>
              <a:gd name="connsiteY5" fmla="*/ 0 h 830997"/>
              <a:gd name="connsiteX6" fmla="*/ 3730386 w 8478149"/>
              <a:gd name="connsiteY6" fmla="*/ 0 h 830997"/>
              <a:gd name="connsiteX7" fmla="*/ 4210814 w 8478149"/>
              <a:gd name="connsiteY7" fmla="*/ 0 h 830997"/>
              <a:gd name="connsiteX8" fmla="*/ 4606461 w 8478149"/>
              <a:gd name="connsiteY8" fmla="*/ 0 h 830997"/>
              <a:gd name="connsiteX9" fmla="*/ 4917326 w 8478149"/>
              <a:gd name="connsiteY9" fmla="*/ 0 h 830997"/>
              <a:gd name="connsiteX10" fmla="*/ 5397755 w 8478149"/>
              <a:gd name="connsiteY10" fmla="*/ 0 h 830997"/>
              <a:gd name="connsiteX11" fmla="*/ 5708620 w 8478149"/>
              <a:gd name="connsiteY11" fmla="*/ 0 h 830997"/>
              <a:gd name="connsiteX12" fmla="*/ 6189049 w 8478149"/>
              <a:gd name="connsiteY12" fmla="*/ 0 h 830997"/>
              <a:gd name="connsiteX13" fmla="*/ 6754259 w 8478149"/>
              <a:gd name="connsiteY13" fmla="*/ 0 h 830997"/>
              <a:gd name="connsiteX14" fmla="*/ 7319469 w 8478149"/>
              <a:gd name="connsiteY14" fmla="*/ 0 h 830997"/>
              <a:gd name="connsiteX15" fmla="*/ 7630334 w 8478149"/>
              <a:gd name="connsiteY15" fmla="*/ 0 h 830997"/>
              <a:gd name="connsiteX16" fmla="*/ 8478149 w 8478149"/>
              <a:gd name="connsiteY16" fmla="*/ 0 h 830997"/>
              <a:gd name="connsiteX17" fmla="*/ 8478149 w 8478149"/>
              <a:gd name="connsiteY17" fmla="*/ 398879 h 830997"/>
              <a:gd name="connsiteX18" fmla="*/ 8478149 w 8478149"/>
              <a:gd name="connsiteY18" fmla="*/ 830997 h 830997"/>
              <a:gd name="connsiteX19" fmla="*/ 7912939 w 8478149"/>
              <a:gd name="connsiteY19" fmla="*/ 830997 h 830997"/>
              <a:gd name="connsiteX20" fmla="*/ 7432511 w 8478149"/>
              <a:gd name="connsiteY20" fmla="*/ 830997 h 830997"/>
              <a:gd name="connsiteX21" fmla="*/ 6782519 w 8478149"/>
              <a:gd name="connsiteY21" fmla="*/ 830997 h 830997"/>
              <a:gd name="connsiteX22" fmla="*/ 6217309 w 8478149"/>
              <a:gd name="connsiteY22" fmla="*/ 830997 h 830997"/>
              <a:gd name="connsiteX23" fmla="*/ 5736881 w 8478149"/>
              <a:gd name="connsiteY23" fmla="*/ 830997 h 830997"/>
              <a:gd name="connsiteX24" fmla="*/ 5086889 w 8478149"/>
              <a:gd name="connsiteY24" fmla="*/ 830997 h 830997"/>
              <a:gd name="connsiteX25" fmla="*/ 4436898 w 8478149"/>
              <a:gd name="connsiteY25" fmla="*/ 830997 h 830997"/>
              <a:gd name="connsiteX26" fmla="*/ 3871688 w 8478149"/>
              <a:gd name="connsiteY26" fmla="*/ 830997 h 830997"/>
              <a:gd name="connsiteX27" fmla="*/ 3391260 w 8478149"/>
              <a:gd name="connsiteY27" fmla="*/ 830997 h 830997"/>
              <a:gd name="connsiteX28" fmla="*/ 2826050 w 8478149"/>
              <a:gd name="connsiteY28" fmla="*/ 830997 h 830997"/>
              <a:gd name="connsiteX29" fmla="*/ 2345621 w 8478149"/>
              <a:gd name="connsiteY29" fmla="*/ 830997 h 830997"/>
              <a:gd name="connsiteX30" fmla="*/ 1865193 w 8478149"/>
              <a:gd name="connsiteY30" fmla="*/ 830997 h 830997"/>
              <a:gd name="connsiteX31" fmla="*/ 1215201 w 8478149"/>
              <a:gd name="connsiteY31" fmla="*/ 830997 h 830997"/>
              <a:gd name="connsiteX32" fmla="*/ 734773 w 8478149"/>
              <a:gd name="connsiteY32" fmla="*/ 830997 h 830997"/>
              <a:gd name="connsiteX33" fmla="*/ 0 w 8478149"/>
              <a:gd name="connsiteY33" fmla="*/ 830997 h 830997"/>
              <a:gd name="connsiteX34" fmla="*/ 0 w 8478149"/>
              <a:gd name="connsiteY34" fmla="*/ 398879 h 830997"/>
              <a:gd name="connsiteX35" fmla="*/ 0 w 8478149"/>
              <a:gd name="connsiteY35" fmla="*/ 0 h 830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478149" h="830997" fill="none" extrusionOk="0">
                <a:moveTo>
                  <a:pt x="0" y="0"/>
                </a:moveTo>
                <a:cubicBezTo>
                  <a:pt x="278860" y="-23465"/>
                  <a:pt x="484682" y="57603"/>
                  <a:pt x="649991" y="0"/>
                </a:cubicBezTo>
                <a:cubicBezTo>
                  <a:pt x="815300" y="-57603"/>
                  <a:pt x="898921" y="12259"/>
                  <a:pt x="1130420" y="0"/>
                </a:cubicBezTo>
                <a:cubicBezTo>
                  <a:pt x="1361919" y="-12259"/>
                  <a:pt x="1643179" y="51230"/>
                  <a:pt x="1780411" y="0"/>
                </a:cubicBezTo>
                <a:cubicBezTo>
                  <a:pt x="1917643" y="-51230"/>
                  <a:pt x="2170294" y="2885"/>
                  <a:pt x="2430403" y="0"/>
                </a:cubicBezTo>
                <a:cubicBezTo>
                  <a:pt x="2690512" y="-2885"/>
                  <a:pt x="2867353" y="16896"/>
                  <a:pt x="2995613" y="0"/>
                </a:cubicBezTo>
                <a:cubicBezTo>
                  <a:pt x="3123873" y="-16896"/>
                  <a:pt x="3426473" y="79746"/>
                  <a:pt x="3730386" y="0"/>
                </a:cubicBezTo>
                <a:cubicBezTo>
                  <a:pt x="4034299" y="-79746"/>
                  <a:pt x="4090838" y="20294"/>
                  <a:pt x="4210814" y="0"/>
                </a:cubicBezTo>
                <a:cubicBezTo>
                  <a:pt x="4330790" y="-20294"/>
                  <a:pt x="4454900" y="32698"/>
                  <a:pt x="4606461" y="0"/>
                </a:cubicBezTo>
                <a:cubicBezTo>
                  <a:pt x="4758022" y="-32698"/>
                  <a:pt x="4787825" y="17775"/>
                  <a:pt x="4917326" y="0"/>
                </a:cubicBezTo>
                <a:cubicBezTo>
                  <a:pt x="5046828" y="-17775"/>
                  <a:pt x="5215305" y="18965"/>
                  <a:pt x="5397755" y="0"/>
                </a:cubicBezTo>
                <a:cubicBezTo>
                  <a:pt x="5580205" y="-18965"/>
                  <a:pt x="5645667" y="27249"/>
                  <a:pt x="5708620" y="0"/>
                </a:cubicBezTo>
                <a:cubicBezTo>
                  <a:pt x="5771573" y="-27249"/>
                  <a:pt x="6074070" y="51876"/>
                  <a:pt x="6189049" y="0"/>
                </a:cubicBezTo>
                <a:cubicBezTo>
                  <a:pt x="6304028" y="-51876"/>
                  <a:pt x="6595908" y="13048"/>
                  <a:pt x="6754259" y="0"/>
                </a:cubicBezTo>
                <a:cubicBezTo>
                  <a:pt x="6912610" y="-13048"/>
                  <a:pt x="7179645" y="67492"/>
                  <a:pt x="7319469" y="0"/>
                </a:cubicBezTo>
                <a:cubicBezTo>
                  <a:pt x="7459293" y="-67492"/>
                  <a:pt x="7554776" y="25536"/>
                  <a:pt x="7630334" y="0"/>
                </a:cubicBezTo>
                <a:cubicBezTo>
                  <a:pt x="7705893" y="-25536"/>
                  <a:pt x="8196810" y="43883"/>
                  <a:pt x="8478149" y="0"/>
                </a:cubicBezTo>
                <a:cubicBezTo>
                  <a:pt x="8486496" y="182594"/>
                  <a:pt x="8452875" y="247332"/>
                  <a:pt x="8478149" y="398879"/>
                </a:cubicBezTo>
                <a:cubicBezTo>
                  <a:pt x="8503423" y="550426"/>
                  <a:pt x="8451139" y="677094"/>
                  <a:pt x="8478149" y="830997"/>
                </a:cubicBezTo>
                <a:cubicBezTo>
                  <a:pt x="8234302" y="868034"/>
                  <a:pt x="8159100" y="827960"/>
                  <a:pt x="7912939" y="830997"/>
                </a:cubicBezTo>
                <a:cubicBezTo>
                  <a:pt x="7666778" y="834034"/>
                  <a:pt x="7603399" y="803788"/>
                  <a:pt x="7432511" y="830997"/>
                </a:cubicBezTo>
                <a:cubicBezTo>
                  <a:pt x="7261623" y="858206"/>
                  <a:pt x="7047627" y="767078"/>
                  <a:pt x="6782519" y="830997"/>
                </a:cubicBezTo>
                <a:cubicBezTo>
                  <a:pt x="6517411" y="894916"/>
                  <a:pt x="6367192" y="787894"/>
                  <a:pt x="6217309" y="830997"/>
                </a:cubicBezTo>
                <a:cubicBezTo>
                  <a:pt x="6067426" y="874100"/>
                  <a:pt x="5910316" y="799105"/>
                  <a:pt x="5736881" y="830997"/>
                </a:cubicBezTo>
                <a:cubicBezTo>
                  <a:pt x="5563446" y="862889"/>
                  <a:pt x="5348308" y="827285"/>
                  <a:pt x="5086889" y="830997"/>
                </a:cubicBezTo>
                <a:cubicBezTo>
                  <a:pt x="4825470" y="834709"/>
                  <a:pt x="4594665" y="810975"/>
                  <a:pt x="4436898" y="830997"/>
                </a:cubicBezTo>
                <a:cubicBezTo>
                  <a:pt x="4279131" y="851019"/>
                  <a:pt x="4063818" y="774596"/>
                  <a:pt x="3871688" y="830997"/>
                </a:cubicBezTo>
                <a:cubicBezTo>
                  <a:pt x="3679558" y="887398"/>
                  <a:pt x="3545038" y="822654"/>
                  <a:pt x="3391260" y="830997"/>
                </a:cubicBezTo>
                <a:cubicBezTo>
                  <a:pt x="3237482" y="839340"/>
                  <a:pt x="3096148" y="765676"/>
                  <a:pt x="2826050" y="830997"/>
                </a:cubicBezTo>
                <a:cubicBezTo>
                  <a:pt x="2555952" y="896318"/>
                  <a:pt x="2517786" y="773543"/>
                  <a:pt x="2345621" y="830997"/>
                </a:cubicBezTo>
                <a:cubicBezTo>
                  <a:pt x="2173456" y="888451"/>
                  <a:pt x="1999303" y="798205"/>
                  <a:pt x="1865193" y="830997"/>
                </a:cubicBezTo>
                <a:cubicBezTo>
                  <a:pt x="1731083" y="863789"/>
                  <a:pt x="1402418" y="825946"/>
                  <a:pt x="1215201" y="830997"/>
                </a:cubicBezTo>
                <a:cubicBezTo>
                  <a:pt x="1027984" y="836048"/>
                  <a:pt x="902247" y="828282"/>
                  <a:pt x="734773" y="830997"/>
                </a:cubicBezTo>
                <a:cubicBezTo>
                  <a:pt x="567299" y="833712"/>
                  <a:pt x="303631" y="782317"/>
                  <a:pt x="0" y="830997"/>
                </a:cubicBezTo>
                <a:cubicBezTo>
                  <a:pt x="-33160" y="686822"/>
                  <a:pt x="17000" y="519510"/>
                  <a:pt x="0" y="398879"/>
                </a:cubicBezTo>
                <a:cubicBezTo>
                  <a:pt x="-17000" y="278248"/>
                  <a:pt x="27623" y="163197"/>
                  <a:pt x="0" y="0"/>
                </a:cubicBezTo>
                <a:close/>
              </a:path>
              <a:path w="8478149" h="830997" stroke="0" extrusionOk="0">
                <a:moveTo>
                  <a:pt x="0" y="0"/>
                </a:moveTo>
                <a:cubicBezTo>
                  <a:pt x="133297" y="-10607"/>
                  <a:pt x="211445" y="19649"/>
                  <a:pt x="395647" y="0"/>
                </a:cubicBezTo>
                <a:cubicBezTo>
                  <a:pt x="579849" y="-19649"/>
                  <a:pt x="632884" y="34751"/>
                  <a:pt x="706512" y="0"/>
                </a:cubicBezTo>
                <a:cubicBezTo>
                  <a:pt x="780141" y="-34751"/>
                  <a:pt x="988280" y="20650"/>
                  <a:pt x="1102159" y="0"/>
                </a:cubicBezTo>
                <a:cubicBezTo>
                  <a:pt x="1216038" y="-20650"/>
                  <a:pt x="1509191" y="19891"/>
                  <a:pt x="1667369" y="0"/>
                </a:cubicBezTo>
                <a:cubicBezTo>
                  <a:pt x="1825547" y="-19891"/>
                  <a:pt x="2198935" y="8381"/>
                  <a:pt x="2402142" y="0"/>
                </a:cubicBezTo>
                <a:cubicBezTo>
                  <a:pt x="2605349" y="-8381"/>
                  <a:pt x="2824636" y="81455"/>
                  <a:pt x="3136915" y="0"/>
                </a:cubicBezTo>
                <a:cubicBezTo>
                  <a:pt x="3449194" y="-81455"/>
                  <a:pt x="3614044" y="30573"/>
                  <a:pt x="3786907" y="0"/>
                </a:cubicBezTo>
                <a:cubicBezTo>
                  <a:pt x="3959770" y="-30573"/>
                  <a:pt x="4090574" y="32175"/>
                  <a:pt x="4182554" y="0"/>
                </a:cubicBezTo>
                <a:cubicBezTo>
                  <a:pt x="4274534" y="-32175"/>
                  <a:pt x="4382909" y="18934"/>
                  <a:pt x="4493419" y="0"/>
                </a:cubicBezTo>
                <a:cubicBezTo>
                  <a:pt x="4603930" y="-18934"/>
                  <a:pt x="4673691" y="4633"/>
                  <a:pt x="4804284" y="0"/>
                </a:cubicBezTo>
                <a:cubicBezTo>
                  <a:pt x="4934877" y="-4633"/>
                  <a:pt x="5300680" y="38555"/>
                  <a:pt x="5454276" y="0"/>
                </a:cubicBezTo>
                <a:cubicBezTo>
                  <a:pt x="5607872" y="-38555"/>
                  <a:pt x="5898691" y="47016"/>
                  <a:pt x="6104267" y="0"/>
                </a:cubicBezTo>
                <a:cubicBezTo>
                  <a:pt x="6309843" y="-47016"/>
                  <a:pt x="6589723" y="20183"/>
                  <a:pt x="6839040" y="0"/>
                </a:cubicBezTo>
                <a:cubicBezTo>
                  <a:pt x="7088357" y="-20183"/>
                  <a:pt x="7219315" y="27747"/>
                  <a:pt x="7573813" y="0"/>
                </a:cubicBezTo>
                <a:cubicBezTo>
                  <a:pt x="7928311" y="-27747"/>
                  <a:pt x="7829858" y="3831"/>
                  <a:pt x="7969460" y="0"/>
                </a:cubicBezTo>
                <a:cubicBezTo>
                  <a:pt x="8109062" y="-3831"/>
                  <a:pt x="8269373" y="35490"/>
                  <a:pt x="8478149" y="0"/>
                </a:cubicBezTo>
                <a:cubicBezTo>
                  <a:pt x="8504497" y="146055"/>
                  <a:pt x="8449057" y="313964"/>
                  <a:pt x="8478149" y="407189"/>
                </a:cubicBezTo>
                <a:cubicBezTo>
                  <a:pt x="8507241" y="500414"/>
                  <a:pt x="8463243" y="699777"/>
                  <a:pt x="8478149" y="830997"/>
                </a:cubicBezTo>
                <a:cubicBezTo>
                  <a:pt x="8329070" y="897054"/>
                  <a:pt x="8038856" y="823824"/>
                  <a:pt x="7912939" y="830997"/>
                </a:cubicBezTo>
                <a:cubicBezTo>
                  <a:pt x="7787022" y="838170"/>
                  <a:pt x="7747088" y="809219"/>
                  <a:pt x="7602074" y="830997"/>
                </a:cubicBezTo>
                <a:cubicBezTo>
                  <a:pt x="7457060" y="852775"/>
                  <a:pt x="7080589" y="821996"/>
                  <a:pt x="6867301" y="830997"/>
                </a:cubicBezTo>
                <a:cubicBezTo>
                  <a:pt x="6654013" y="839998"/>
                  <a:pt x="6448607" y="818863"/>
                  <a:pt x="6302091" y="830997"/>
                </a:cubicBezTo>
                <a:cubicBezTo>
                  <a:pt x="6155575" y="843131"/>
                  <a:pt x="5952179" y="787487"/>
                  <a:pt x="5821662" y="830997"/>
                </a:cubicBezTo>
                <a:cubicBezTo>
                  <a:pt x="5691145" y="874507"/>
                  <a:pt x="5349891" y="824075"/>
                  <a:pt x="5171671" y="830997"/>
                </a:cubicBezTo>
                <a:cubicBezTo>
                  <a:pt x="4993451" y="837919"/>
                  <a:pt x="4913606" y="827813"/>
                  <a:pt x="4691242" y="830997"/>
                </a:cubicBezTo>
                <a:cubicBezTo>
                  <a:pt x="4468878" y="834181"/>
                  <a:pt x="4391344" y="813600"/>
                  <a:pt x="4126033" y="830997"/>
                </a:cubicBezTo>
                <a:cubicBezTo>
                  <a:pt x="3860722" y="848394"/>
                  <a:pt x="3898946" y="802065"/>
                  <a:pt x="3815167" y="830997"/>
                </a:cubicBezTo>
                <a:cubicBezTo>
                  <a:pt x="3731388" y="859929"/>
                  <a:pt x="3443249" y="821744"/>
                  <a:pt x="3080394" y="830997"/>
                </a:cubicBezTo>
                <a:cubicBezTo>
                  <a:pt x="2717539" y="840250"/>
                  <a:pt x="2895167" y="794080"/>
                  <a:pt x="2769529" y="830997"/>
                </a:cubicBezTo>
                <a:cubicBezTo>
                  <a:pt x="2643891" y="867914"/>
                  <a:pt x="2394014" y="820328"/>
                  <a:pt x="2204319" y="830997"/>
                </a:cubicBezTo>
                <a:cubicBezTo>
                  <a:pt x="2014624" y="841666"/>
                  <a:pt x="1720598" y="796125"/>
                  <a:pt x="1469546" y="830997"/>
                </a:cubicBezTo>
                <a:cubicBezTo>
                  <a:pt x="1218494" y="865869"/>
                  <a:pt x="1278668" y="803658"/>
                  <a:pt x="1158680" y="830997"/>
                </a:cubicBezTo>
                <a:cubicBezTo>
                  <a:pt x="1038692" y="858336"/>
                  <a:pt x="431807" y="793164"/>
                  <a:pt x="0" y="830997"/>
                </a:cubicBezTo>
                <a:cubicBezTo>
                  <a:pt x="-28090" y="684866"/>
                  <a:pt x="45006" y="558674"/>
                  <a:pt x="0" y="432118"/>
                </a:cubicBezTo>
                <a:cubicBezTo>
                  <a:pt x="-45006" y="305562"/>
                  <a:pt x="45965" y="208104"/>
                  <a:pt x="0" y="0"/>
                </a:cubicBezTo>
                <a:close/>
              </a:path>
            </a:pathLst>
          </a:custGeom>
          <a:solidFill>
            <a:srgbClr val="9CAE58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17395296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571500" indent="-571500" algn="r" rtl="1">
              <a:buFont typeface="Wingdings" panose="05000000000000000000" pitchFamily="2" charset="2"/>
              <a:buChar char="q"/>
            </a:pPr>
            <a:r>
              <a:rPr lang="he-IL" sz="4800" dirty="0"/>
              <a:t>שימוש מעניין ב-</a:t>
            </a:r>
            <a:r>
              <a:rPr lang="en-US" sz="4800" dirty="0"/>
              <a:t>Signal Tap</a:t>
            </a:r>
            <a:endParaRPr lang="en-IL" sz="4800" dirty="0"/>
          </a:p>
        </p:txBody>
      </p:sp>
      <p:pic>
        <p:nvPicPr>
          <p:cNvPr id="30" name="Picture 29" descr="A cartoon of a small island with logs&#10;&#10;AI-generated content may be incorrect.">
            <a:extLst>
              <a:ext uri="{FF2B5EF4-FFF2-40B4-BE49-F238E27FC236}">
                <a16:creationId xmlns:a16="http://schemas.microsoft.com/office/drawing/2014/main" id="{CA522003-F91E-8386-4FDE-BDE8F76380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8" y="2763558"/>
            <a:ext cx="7244012" cy="409444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0E28E4B-E291-5D15-B1CA-F4F62E807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34" y="2253910"/>
            <a:ext cx="11371750" cy="991532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097923D-532A-911A-6180-E480A0C9F006}"/>
              </a:ext>
            </a:extLst>
          </p:cNvPr>
          <p:cNvCxnSpPr>
            <a:cxnSpLocks/>
          </p:cNvCxnSpPr>
          <p:nvPr/>
        </p:nvCxnSpPr>
        <p:spPr>
          <a:xfrm flipH="1" flipV="1">
            <a:off x="8527612" y="1995600"/>
            <a:ext cx="522001" cy="880005"/>
          </a:xfrm>
          <a:prstGeom prst="straightConnector1">
            <a:avLst/>
          </a:prstGeom>
          <a:noFill/>
          <a:ln w="28575" cap="rnd" cmpd="sng" algn="ctr">
            <a:solidFill>
              <a:srgbClr val="B01513"/>
            </a:solidFill>
            <a:prstDash val="solid"/>
            <a:tailEnd type="triangle"/>
          </a:ln>
          <a:effectLst>
            <a:outerShdw blurRad="38100" dist="25400" dir="5400000" rotWithShape="0">
              <a:srgbClr val="000000">
                <a:alpha val="45000"/>
              </a:srgbClr>
            </a:outerShdw>
          </a:effectLst>
        </p:spPr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0E7B8061-49AB-A7DF-DB7E-ED55A47B12AF}"/>
              </a:ext>
            </a:extLst>
          </p:cNvPr>
          <p:cNvSpPr/>
          <p:nvPr/>
        </p:nvSpPr>
        <p:spPr>
          <a:xfrm>
            <a:off x="9004718" y="2924421"/>
            <a:ext cx="248574" cy="183463"/>
          </a:xfrm>
          <a:prstGeom prst="ellipse">
            <a:avLst/>
          </a:prstGeom>
          <a:noFill/>
          <a:ln w="19050" cap="rnd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448C08-DD5E-CA41-7A42-D3B6B1B8A0D1}"/>
              </a:ext>
            </a:extLst>
          </p:cNvPr>
          <p:cNvSpPr txBox="1"/>
          <p:nvPr/>
        </p:nvSpPr>
        <p:spPr>
          <a:xfrm>
            <a:off x="6771525" y="1326153"/>
            <a:ext cx="30206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he-IL" sz="2000" b="1" dirty="0">
                <a:solidFill>
                  <a:schemeClr val="accent1">
                    <a:lumMod val="75000"/>
                  </a:schemeClr>
                </a:solidFill>
              </a:rPr>
              <a:t>הבאג: ירידת חיים כאשר מסיימים שלב בהצלחה</a:t>
            </a:r>
            <a:endParaRPr lang="en-IL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F51F3E5-90B0-65B4-2C94-2CDB6F2EA78C}"/>
              </a:ext>
            </a:extLst>
          </p:cNvPr>
          <p:cNvCxnSpPr>
            <a:cxnSpLocks/>
          </p:cNvCxnSpPr>
          <p:nvPr/>
        </p:nvCxnSpPr>
        <p:spPr>
          <a:xfrm>
            <a:off x="7028093" y="3485147"/>
            <a:ext cx="2364482" cy="625214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B456587-6FDE-E338-CD7F-74BD3906E9EA}"/>
              </a:ext>
            </a:extLst>
          </p:cNvPr>
          <p:cNvCxnSpPr>
            <a:cxnSpLocks/>
          </p:cNvCxnSpPr>
          <p:nvPr/>
        </p:nvCxnSpPr>
        <p:spPr>
          <a:xfrm>
            <a:off x="8426298" y="2744162"/>
            <a:ext cx="1187843" cy="1366199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470B814-26D9-1338-38FC-37A2C1BC8E3D}"/>
              </a:ext>
            </a:extLst>
          </p:cNvPr>
          <p:cNvSpPr txBox="1"/>
          <p:nvPr/>
        </p:nvSpPr>
        <p:spPr>
          <a:xfrm>
            <a:off x="8281825" y="4246670"/>
            <a:ext cx="30206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he-IL" sz="2000" b="1" dirty="0">
                <a:solidFill>
                  <a:srgbClr val="00B0F0"/>
                </a:solidFill>
              </a:rPr>
              <a:t>עליית סיגנל </a:t>
            </a:r>
            <a:r>
              <a:rPr lang="en-US" sz="2000" b="1" dirty="0" err="1">
                <a:solidFill>
                  <a:srgbClr val="00B0F0"/>
                </a:solidFill>
              </a:rPr>
              <a:t>froginwater</a:t>
            </a:r>
            <a:r>
              <a:rPr lang="he-IL" sz="2000" b="1" dirty="0">
                <a:solidFill>
                  <a:srgbClr val="00B0F0"/>
                </a:solidFill>
              </a:rPr>
              <a:t> בעת חצייה מוצלחת</a:t>
            </a:r>
            <a:endParaRPr lang="en-IL" sz="2000" b="1" dirty="0">
              <a:solidFill>
                <a:srgbClr val="00B0F0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DA7BC3E-1D48-B065-49D0-5CB46435CAD0}"/>
              </a:ext>
            </a:extLst>
          </p:cNvPr>
          <p:cNvSpPr/>
          <p:nvPr/>
        </p:nvSpPr>
        <p:spPr>
          <a:xfrm>
            <a:off x="9004718" y="2924421"/>
            <a:ext cx="248574" cy="18346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50BAE17-1B42-8292-36FF-81A6B5C6ABDA}"/>
              </a:ext>
            </a:extLst>
          </p:cNvPr>
          <p:cNvSpPr/>
          <p:nvPr/>
        </p:nvSpPr>
        <p:spPr>
          <a:xfrm>
            <a:off x="6246135" y="2996276"/>
            <a:ext cx="1563916" cy="301411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B0B429C-A8BA-90BC-52BE-58CCBBF50231}"/>
              </a:ext>
            </a:extLst>
          </p:cNvPr>
          <p:cNvSpPr/>
          <p:nvPr/>
        </p:nvSpPr>
        <p:spPr>
          <a:xfrm>
            <a:off x="7644340" y="2315793"/>
            <a:ext cx="1563916" cy="301411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82043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9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8366D6-6717-DFCC-336C-457E821B0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E416B87-9027-5FB5-106D-0D60BF01B620}"/>
              </a:ext>
            </a:extLst>
          </p:cNvPr>
          <p:cNvSpPr txBox="1"/>
          <p:nvPr/>
        </p:nvSpPr>
        <p:spPr>
          <a:xfrm>
            <a:off x="3540642" y="396704"/>
            <a:ext cx="8478149" cy="830997"/>
          </a:xfrm>
          <a:custGeom>
            <a:avLst/>
            <a:gdLst>
              <a:gd name="connsiteX0" fmla="*/ 0 w 8478149"/>
              <a:gd name="connsiteY0" fmla="*/ 0 h 830997"/>
              <a:gd name="connsiteX1" fmla="*/ 649991 w 8478149"/>
              <a:gd name="connsiteY1" fmla="*/ 0 h 830997"/>
              <a:gd name="connsiteX2" fmla="*/ 1130420 w 8478149"/>
              <a:gd name="connsiteY2" fmla="*/ 0 h 830997"/>
              <a:gd name="connsiteX3" fmla="*/ 1780411 w 8478149"/>
              <a:gd name="connsiteY3" fmla="*/ 0 h 830997"/>
              <a:gd name="connsiteX4" fmla="*/ 2430403 w 8478149"/>
              <a:gd name="connsiteY4" fmla="*/ 0 h 830997"/>
              <a:gd name="connsiteX5" fmla="*/ 2995613 w 8478149"/>
              <a:gd name="connsiteY5" fmla="*/ 0 h 830997"/>
              <a:gd name="connsiteX6" fmla="*/ 3730386 w 8478149"/>
              <a:gd name="connsiteY6" fmla="*/ 0 h 830997"/>
              <a:gd name="connsiteX7" fmla="*/ 4210814 w 8478149"/>
              <a:gd name="connsiteY7" fmla="*/ 0 h 830997"/>
              <a:gd name="connsiteX8" fmla="*/ 4606461 w 8478149"/>
              <a:gd name="connsiteY8" fmla="*/ 0 h 830997"/>
              <a:gd name="connsiteX9" fmla="*/ 4917326 w 8478149"/>
              <a:gd name="connsiteY9" fmla="*/ 0 h 830997"/>
              <a:gd name="connsiteX10" fmla="*/ 5397755 w 8478149"/>
              <a:gd name="connsiteY10" fmla="*/ 0 h 830997"/>
              <a:gd name="connsiteX11" fmla="*/ 5708620 w 8478149"/>
              <a:gd name="connsiteY11" fmla="*/ 0 h 830997"/>
              <a:gd name="connsiteX12" fmla="*/ 6189049 w 8478149"/>
              <a:gd name="connsiteY12" fmla="*/ 0 h 830997"/>
              <a:gd name="connsiteX13" fmla="*/ 6754259 w 8478149"/>
              <a:gd name="connsiteY13" fmla="*/ 0 h 830997"/>
              <a:gd name="connsiteX14" fmla="*/ 7319469 w 8478149"/>
              <a:gd name="connsiteY14" fmla="*/ 0 h 830997"/>
              <a:gd name="connsiteX15" fmla="*/ 7630334 w 8478149"/>
              <a:gd name="connsiteY15" fmla="*/ 0 h 830997"/>
              <a:gd name="connsiteX16" fmla="*/ 8478149 w 8478149"/>
              <a:gd name="connsiteY16" fmla="*/ 0 h 830997"/>
              <a:gd name="connsiteX17" fmla="*/ 8478149 w 8478149"/>
              <a:gd name="connsiteY17" fmla="*/ 398879 h 830997"/>
              <a:gd name="connsiteX18" fmla="*/ 8478149 w 8478149"/>
              <a:gd name="connsiteY18" fmla="*/ 830997 h 830997"/>
              <a:gd name="connsiteX19" fmla="*/ 7912939 w 8478149"/>
              <a:gd name="connsiteY19" fmla="*/ 830997 h 830997"/>
              <a:gd name="connsiteX20" fmla="*/ 7432511 w 8478149"/>
              <a:gd name="connsiteY20" fmla="*/ 830997 h 830997"/>
              <a:gd name="connsiteX21" fmla="*/ 6782519 w 8478149"/>
              <a:gd name="connsiteY21" fmla="*/ 830997 h 830997"/>
              <a:gd name="connsiteX22" fmla="*/ 6217309 w 8478149"/>
              <a:gd name="connsiteY22" fmla="*/ 830997 h 830997"/>
              <a:gd name="connsiteX23" fmla="*/ 5736881 w 8478149"/>
              <a:gd name="connsiteY23" fmla="*/ 830997 h 830997"/>
              <a:gd name="connsiteX24" fmla="*/ 5086889 w 8478149"/>
              <a:gd name="connsiteY24" fmla="*/ 830997 h 830997"/>
              <a:gd name="connsiteX25" fmla="*/ 4436898 w 8478149"/>
              <a:gd name="connsiteY25" fmla="*/ 830997 h 830997"/>
              <a:gd name="connsiteX26" fmla="*/ 3871688 w 8478149"/>
              <a:gd name="connsiteY26" fmla="*/ 830997 h 830997"/>
              <a:gd name="connsiteX27" fmla="*/ 3391260 w 8478149"/>
              <a:gd name="connsiteY27" fmla="*/ 830997 h 830997"/>
              <a:gd name="connsiteX28" fmla="*/ 2826050 w 8478149"/>
              <a:gd name="connsiteY28" fmla="*/ 830997 h 830997"/>
              <a:gd name="connsiteX29" fmla="*/ 2345621 w 8478149"/>
              <a:gd name="connsiteY29" fmla="*/ 830997 h 830997"/>
              <a:gd name="connsiteX30" fmla="*/ 1865193 w 8478149"/>
              <a:gd name="connsiteY30" fmla="*/ 830997 h 830997"/>
              <a:gd name="connsiteX31" fmla="*/ 1215201 w 8478149"/>
              <a:gd name="connsiteY31" fmla="*/ 830997 h 830997"/>
              <a:gd name="connsiteX32" fmla="*/ 734773 w 8478149"/>
              <a:gd name="connsiteY32" fmla="*/ 830997 h 830997"/>
              <a:gd name="connsiteX33" fmla="*/ 0 w 8478149"/>
              <a:gd name="connsiteY33" fmla="*/ 830997 h 830997"/>
              <a:gd name="connsiteX34" fmla="*/ 0 w 8478149"/>
              <a:gd name="connsiteY34" fmla="*/ 398879 h 830997"/>
              <a:gd name="connsiteX35" fmla="*/ 0 w 8478149"/>
              <a:gd name="connsiteY35" fmla="*/ 0 h 830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478149" h="830997" fill="none" extrusionOk="0">
                <a:moveTo>
                  <a:pt x="0" y="0"/>
                </a:moveTo>
                <a:cubicBezTo>
                  <a:pt x="278860" y="-23465"/>
                  <a:pt x="484682" y="57603"/>
                  <a:pt x="649991" y="0"/>
                </a:cubicBezTo>
                <a:cubicBezTo>
                  <a:pt x="815300" y="-57603"/>
                  <a:pt x="898921" y="12259"/>
                  <a:pt x="1130420" y="0"/>
                </a:cubicBezTo>
                <a:cubicBezTo>
                  <a:pt x="1361919" y="-12259"/>
                  <a:pt x="1643179" y="51230"/>
                  <a:pt x="1780411" y="0"/>
                </a:cubicBezTo>
                <a:cubicBezTo>
                  <a:pt x="1917643" y="-51230"/>
                  <a:pt x="2170294" y="2885"/>
                  <a:pt x="2430403" y="0"/>
                </a:cubicBezTo>
                <a:cubicBezTo>
                  <a:pt x="2690512" y="-2885"/>
                  <a:pt x="2867353" y="16896"/>
                  <a:pt x="2995613" y="0"/>
                </a:cubicBezTo>
                <a:cubicBezTo>
                  <a:pt x="3123873" y="-16896"/>
                  <a:pt x="3426473" y="79746"/>
                  <a:pt x="3730386" y="0"/>
                </a:cubicBezTo>
                <a:cubicBezTo>
                  <a:pt x="4034299" y="-79746"/>
                  <a:pt x="4090838" y="20294"/>
                  <a:pt x="4210814" y="0"/>
                </a:cubicBezTo>
                <a:cubicBezTo>
                  <a:pt x="4330790" y="-20294"/>
                  <a:pt x="4454900" y="32698"/>
                  <a:pt x="4606461" y="0"/>
                </a:cubicBezTo>
                <a:cubicBezTo>
                  <a:pt x="4758022" y="-32698"/>
                  <a:pt x="4787825" y="17775"/>
                  <a:pt x="4917326" y="0"/>
                </a:cubicBezTo>
                <a:cubicBezTo>
                  <a:pt x="5046828" y="-17775"/>
                  <a:pt x="5215305" y="18965"/>
                  <a:pt x="5397755" y="0"/>
                </a:cubicBezTo>
                <a:cubicBezTo>
                  <a:pt x="5580205" y="-18965"/>
                  <a:pt x="5645667" y="27249"/>
                  <a:pt x="5708620" y="0"/>
                </a:cubicBezTo>
                <a:cubicBezTo>
                  <a:pt x="5771573" y="-27249"/>
                  <a:pt x="6074070" y="51876"/>
                  <a:pt x="6189049" y="0"/>
                </a:cubicBezTo>
                <a:cubicBezTo>
                  <a:pt x="6304028" y="-51876"/>
                  <a:pt x="6595908" y="13048"/>
                  <a:pt x="6754259" y="0"/>
                </a:cubicBezTo>
                <a:cubicBezTo>
                  <a:pt x="6912610" y="-13048"/>
                  <a:pt x="7179645" y="67492"/>
                  <a:pt x="7319469" y="0"/>
                </a:cubicBezTo>
                <a:cubicBezTo>
                  <a:pt x="7459293" y="-67492"/>
                  <a:pt x="7554776" y="25536"/>
                  <a:pt x="7630334" y="0"/>
                </a:cubicBezTo>
                <a:cubicBezTo>
                  <a:pt x="7705893" y="-25536"/>
                  <a:pt x="8196810" y="43883"/>
                  <a:pt x="8478149" y="0"/>
                </a:cubicBezTo>
                <a:cubicBezTo>
                  <a:pt x="8486496" y="182594"/>
                  <a:pt x="8452875" y="247332"/>
                  <a:pt x="8478149" y="398879"/>
                </a:cubicBezTo>
                <a:cubicBezTo>
                  <a:pt x="8503423" y="550426"/>
                  <a:pt x="8451139" y="677094"/>
                  <a:pt x="8478149" y="830997"/>
                </a:cubicBezTo>
                <a:cubicBezTo>
                  <a:pt x="8234302" y="868034"/>
                  <a:pt x="8159100" y="827960"/>
                  <a:pt x="7912939" y="830997"/>
                </a:cubicBezTo>
                <a:cubicBezTo>
                  <a:pt x="7666778" y="834034"/>
                  <a:pt x="7603399" y="803788"/>
                  <a:pt x="7432511" y="830997"/>
                </a:cubicBezTo>
                <a:cubicBezTo>
                  <a:pt x="7261623" y="858206"/>
                  <a:pt x="7047627" y="767078"/>
                  <a:pt x="6782519" y="830997"/>
                </a:cubicBezTo>
                <a:cubicBezTo>
                  <a:pt x="6517411" y="894916"/>
                  <a:pt x="6367192" y="787894"/>
                  <a:pt x="6217309" y="830997"/>
                </a:cubicBezTo>
                <a:cubicBezTo>
                  <a:pt x="6067426" y="874100"/>
                  <a:pt x="5910316" y="799105"/>
                  <a:pt x="5736881" y="830997"/>
                </a:cubicBezTo>
                <a:cubicBezTo>
                  <a:pt x="5563446" y="862889"/>
                  <a:pt x="5348308" y="827285"/>
                  <a:pt x="5086889" y="830997"/>
                </a:cubicBezTo>
                <a:cubicBezTo>
                  <a:pt x="4825470" y="834709"/>
                  <a:pt x="4594665" y="810975"/>
                  <a:pt x="4436898" y="830997"/>
                </a:cubicBezTo>
                <a:cubicBezTo>
                  <a:pt x="4279131" y="851019"/>
                  <a:pt x="4063818" y="774596"/>
                  <a:pt x="3871688" y="830997"/>
                </a:cubicBezTo>
                <a:cubicBezTo>
                  <a:pt x="3679558" y="887398"/>
                  <a:pt x="3545038" y="822654"/>
                  <a:pt x="3391260" y="830997"/>
                </a:cubicBezTo>
                <a:cubicBezTo>
                  <a:pt x="3237482" y="839340"/>
                  <a:pt x="3096148" y="765676"/>
                  <a:pt x="2826050" y="830997"/>
                </a:cubicBezTo>
                <a:cubicBezTo>
                  <a:pt x="2555952" y="896318"/>
                  <a:pt x="2517786" y="773543"/>
                  <a:pt x="2345621" y="830997"/>
                </a:cubicBezTo>
                <a:cubicBezTo>
                  <a:pt x="2173456" y="888451"/>
                  <a:pt x="1999303" y="798205"/>
                  <a:pt x="1865193" y="830997"/>
                </a:cubicBezTo>
                <a:cubicBezTo>
                  <a:pt x="1731083" y="863789"/>
                  <a:pt x="1402418" y="825946"/>
                  <a:pt x="1215201" y="830997"/>
                </a:cubicBezTo>
                <a:cubicBezTo>
                  <a:pt x="1027984" y="836048"/>
                  <a:pt x="902247" y="828282"/>
                  <a:pt x="734773" y="830997"/>
                </a:cubicBezTo>
                <a:cubicBezTo>
                  <a:pt x="567299" y="833712"/>
                  <a:pt x="303631" y="782317"/>
                  <a:pt x="0" y="830997"/>
                </a:cubicBezTo>
                <a:cubicBezTo>
                  <a:pt x="-33160" y="686822"/>
                  <a:pt x="17000" y="519510"/>
                  <a:pt x="0" y="398879"/>
                </a:cubicBezTo>
                <a:cubicBezTo>
                  <a:pt x="-17000" y="278248"/>
                  <a:pt x="27623" y="163197"/>
                  <a:pt x="0" y="0"/>
                </a:cubicBezTo>
                <a:close/>
              </a:path>
              <a:path w="8478149" h="830997" stroke="0" extrusionOk="0">
                <a:moveTo>
                  <a:pt x="0" y="0"/>
                </a:moveTo>
                <a:cubicBezTo>
                  <a:pt x="133297" y="-10607"/>
                  <a:pt x="211445" y="19649"/>
                  <a:pt x="395647" y="0"/>
                </a:cubicBezTo>
                <a:cubicBezTo>
                  <a:pt x="579849" y="-19649"/>
                  <a:pt x="632884" y="34751"/>
                  <a:pt x="706512" y="0"/>
                </a:cubicBezTo>
                <a:cubicBezTo>
                  <a:pt x="780141" y="-34751"/>
                  <a:pt x="988280" y="20650"/>
                  <a:pt x="1102159" y="0"/>
                </a:cubicBezTo>
                <a:cubicBezTo>
                  <a:pt x="1216038" y="-20650"/>
                  <a:pt x="1509191" y="19891"/>
                  <a:pt x="1667369" y="0"/>
                </a:cubicBezTo>
                <a:cubicBezTo>
                  <a:pt x="1825547" y="-19891"/>
                  <a:pt x="2198935" y="8381"/>
                  <a:pt x="2402142" y="0"/>
                </a:cubicBezTo>
                <a:cubicBezTo>
                  <a:pt x="2605349" y="-8381"/>
                  <a:pt x="2824636" y="81455"/>
                  <a:pt x="3136915" y="0"/>
                </a:cubicBezTo>
                <a:cubicBezTo>
                  <a:pt x="3449194" y="-81455"/>
                  <a:pt x="3614044" y="30573"/>
                  <a:pt x="3786907" y="0"/>
                </a:cubicBezTo>
                <a:cubicBezTo>
                  <a:pt x="3959770" y="-30573"/>
                  <a:pt x="4090574" y="32175"/>
                  <a:pt x="4182554" y="0"/>
                </a:cubicBezTo>
                <a:cubicBezTo>
                  <a:pt x="4274534" y="-32175"/>
                  <a:pt x="4382909" y="18934"/>
                  <a:pt x="4493419" y="0"/>
                </a:cubicBezTo>
                <a:cubicBezTo>
                  <a:pt x="4603930" y="-18934"/>
                  <a:pt x="4673691" y="4633"/>
                  <a:pt x="4804284" y="0"/>
                </a:cubicBezTo>
                <a:cubicBezTo>
                  <a:pt x="4934877" y="-4633"/>
                  <a:pt x="5300680" y="38555"/>
                  <a:pt x="5454276" y="0"/>
                </a:cubicBezTo>
                <a:cubicBezTo>
                  <a:pt x="5607872" y="-38555"/>
                  <a:pt x="5898691" y="47016"/>
                  <a:pt x="6104267" y="0"/>
                </a:cubicBezTo>
                <a:cubicBezTo>
                  <a:pt x="6309843" y="-47016"/>
                  <a:pt x="6589723" y="20183"/>
                  <a:pt x="6839040" y="0"/>
                </a:cubicBezTo>
                <a:cubicBezTo>
                  <a:pt x="7088357" y="-20183"/>
                  <a:pt x="7219315" y="27747"/>
                  <a:pt x="7573813" y="0"/>
                </a:cubicBezTo>
                <a:cubicBezTo>
                  <a:pt x="7928311" y="-27747"/>
                  <a:pt x="7829858" y="3831"/>
                  <a:pt x="7969460" y="0"/>
                </a:cubicBezTo>
                <a:cubicBezTo>
                  <a:pt x="8109062" y="-3831"/>
                  <a:pt x="8269373" y="35490"/>
                  <a:pt x="8478149" y="0"/>
                </a:cubicBezTo>
                <a:cubicBezTo>
                  <a:pt x="8504497" y="146055"/>
                  <a:pt x="8449057" y="313964"/>
                  <a:pt x="8478149" y="407189"/>
                </a:cubicBezTo>
                <a:cubicBezTo>
                  <a:pt x="8507241" y="500414"/>
                  <a:pt x="8463243" y="699777"/>
                  <a:pt x="8478149" y="830997"/>
                </a:cubicBezTo>
                <a:cubicBezTo>
                  <a:pt x="8329070" y="897054"/>
                  <a:pt x="8038856" y="823824"/>
                  <a:pt x="7912939" y="830997"/>
                </a:cubicBezTo>
                <a:cubicBezTo>
                  <a:pt x="7787022" y="838170"/>
                  <a:pt x="7747088" y="809219"/>
                  <a:pt x="7602074" y="830997"/>
                </a:cubicBezTo>
                <a:cubicBezTo>
                  <a:pt x="7457060" y="852775"/>
                  <a:pt x="7080589" y="821996"/>
                  <a:pt x="6867301" y="830997"/>
                </a:cubicBezTo>
                <a:cubicBezTo>
                  <a:pt x="6654013" y="839998"/>
                  <a:pt x="6448607" y="818863"/>
                  <a:pt x="6302091" y="830997"/>
                </a:cubicBezTo>
                <a:cubicBezTo>
                  <a:pt x="6155575" y="843131"/>
                  <a:pt x="5952179" y="787487"/>
                  <a:pt x="5821662" y="830997"/>
                </a:cubicBezTo>
                <a:cubicBezTo>
                  <a:pt x="5691145" y="874507"/>
                  <a:pt x="5349891" y="824075"/>
                  <a:pt x="5171671" y="830997"/>
                </a:cubicBezTo>
                <a:cubicBezTo>
                  <a:pt x="4993451" y="837919"/>
                  <a:pt x="4913606" y="827813"/>
                  <a:pt x="4691242" y="830997"/>
                </a:cubicBezTo>
                <a:cubicBezTo>
                  <a:pt x="4468878" y="834181"/>
                  <a:pt x="4391344" y="813600"/>
                  <a:pt x="4126033" y="830997"/>
                </a:cubicBezTo>
                <a:cubicBezTo>
                  <a:pt x="3860722" y="848394"/>
                  <a:pt x="3898946" y="802065"/>
                  <a:pt x="3815167" y="830997"/>
                </a:cubicBezTo>
                <a:cubicBezTo>
                  <a:pt x="3731388" y="859929"/>
                  <a:pt x="3443249" y="821744"/>
                  <a:pt x="3080394" y="830997"/>
                </a:cubicBezTo>
                <a:cubicBezTo>
                  <a:pt x="2717539" y="840250"/>
                  <a:pt x="2895167" y="794080"/>
                  <a:pt x="2769529" y="830997"/>
                </a:cubicBezTo>
                <a:cubicBezTo>
                  <a:pt x="2643891" y="867914"/>
                  <a:pt x="2394014" y="820328"/>
                  <a:pt x="2204319" y="830997"/>
                </a:cubicBezTo>
                <a:cubicBezTo>
                  <a:pt x="2014624" y="841666"/>
                  <a:pt x="1720598" y="796125"/>
                  <a:pt x="1469546" y="830997"/>
                </a:cubicBezTo>
                <a:cubicBezTo>
                  <a:pt x="1218494" y="865869"/>
                  <a:pt x="1278668" y="803658"/>
                  <a:pt x="1158680" y="830997"/>
                </a:cubicBezTo>
                <a:cubicBezTo>
                  <a:pt x="1038692" y="858336"/>
                  <a:pt x="431807" y="793164"/>
                  <a:pt x="0" y="830997"/>
                </a:cubicBezTo>
                <a:cubicBezTo>
                  <a:pt x="-28090" y="684866"/>
                  <a:pt x="45006" y="558674"/>
                  <a:pt x="0" y="432118"/>
                </a:cubicBezTo>
                <a:cubicBezTo>
                  <a:pt x="-45006" y="305562"/>
                  <a:pt x="45965" y="208104"/>
                  <a:pt x="0" y="0"/>
                </a:cubicBezTo>
                <a:close/>
              </a:path>
            </a:pathLst>
          </a:custGeom>
          <a:solidFill>
            <a:srgbClr val="9CAE58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17395296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571500" marR="0" lvl="0" indent="-57150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he-IL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שימוש מעניין ב-</a:t>
            </a: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Signal Tap</a:t>
            </a:r>
            <a:endParaRPr kumimoji="0" lang="en-IL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D730754-2DFA-F9AD-E7E2-2FC28132D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34" y="2253910"/>
            <a:ext cx="11371750" cy="991532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00A30D9-D05E-C0DF-3475-B358DB824A83}"/>
              </a:ext>
            </a:extLst>
          </p:cNvPr>
          <p:cNvCxnSpPr>
            <a:cxnSpLocks/>
          </p:cNvCxnSpPr>
          <p:nvPr/>
        </p:nvCxnSpPr>
        <p:spPr>
          <a:xfrm flipH="1" flipV="1">
            <a:off x="8527612" y="1995600"/>
            <a:ext cx="522001" cy="880005"/>
          </a:xfrm>
          <a:prstGeom prst="straightConnector1">
            <a:avLst/>
          </a:prstGeom>
          <a:noFill/>
          <a:ln w="28575" cap="rnd" cmpd="sng" algn="ctr">
            <a:solidFill>
              <a:srgbClr val="B01513"/>
            </a:solidFill>
            <a:prstDash val="solid"/>
            <a:tailEnd type="triangle"/>
          </a:ln>
          <a:effectLst>
            <a:outerShdw blurRad="38100" dist="25400" dir="5400000" rotWithShape="0">
              <a:srgbClr val="000000">
                <a:alpha val="45000"/>
              </a:srgbClr>
            </a:outerShdw>
          </a:effectLst>
        </p:spPr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44825FFB-50B9-08D3-EEB1-AF03E20D789D}"/>
              </a:ext>
            </a:extLst>
          </p:cNvPr>
          <p:cNvSpPr/>
          <p:nvPr/>
        </p:nvSpPr>
        <p:spPr>
          <a:xfrm>
            <a:off x="9004718" y="2924421"/>
            <a:ext cx="248574" cy="183463"/>
          </a:xfrm>
          <a:prstGeom prst="ellipse">
            <a:avLst/>
          </a:prstGeom>
          <a:noFill/>
          <a:ln w="19050" cap="rnd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351AA1-ADEE-2DF7-1F82-CDA283A60DE1}"/>
              </a:ext>
            </a:extLst>
          </p:cNvPr>
          <p:cNvSpPr txBox="1"/>
          <p:nvPr/>
        </p:nvSpPr>
        <p:spPr>
          <a:xfrm>
            <a:off x="6771525" y="1326153"/>
            <a:ext cx="30206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56082">
                    <a:lumMod val="7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הבאג: ירידת חיים כאשר מסיימים שלב בהצלחה</a:t>
            </a:r>
            <a:endParaRPr kumimoji="0" lang="en-IL" sz="2000" b="1" i="0" u="none" strike="noStrike" kern="1200" cap="none" spc="0" normalizeH="0" baseline="0" noProof="0" dirty="0">
              <a:ln>
                <a:noFill/>
              </a:ln>
              <a:solidFill>
                <a:srgbClr val="156082">
                  <a:lumMod val="75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F9AB88D-21F8-B533-35C8-32CF6A5E5DC0}"/>
              </a:ext>
            </a:extLst>
          </p:cNvPr>
          <p:cNvCxnSpPr>
            <a:cxnSpLocks/>
          </p:cNvCxnSpPr>
          <p:nvPr/>
        </p:nvCxnSpPr>
        <p:spPr>
          <a:xfrm>
            <a:off x="7028093" y="3485147"/>
            <a:ext cx="2364482" cy="625214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3074BF2-8E3B-8095-362D-480324161772}"/>
              </a:ext>
            </a:extLst>
          </p:cNvPr>
          <p:cNvCxnSpPr>
            <a:cxnSpLocks/>
          </p:cNvCxnSpPr>
          <p:nvPr/>
        </p:nvCxnSpPr>
        <p:spPr>
          <a:xfrm>
            <a:off x="8426298" y="2744162"/>
            <a:ext cx="1187843" cy="1366199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EAE0110-AE60-0632-20C3-04024D22A05D}"/>
              </a:ext>
            </a:extLst>
          </p:cNvPr>
          <p:cNvSpPr txBox="1"/>
          <p:nvPr/>
        </p:nvSpPr>
        <p:spPr>
          <a:xfrm>
            <a:off x="8281825" y="4246670"/>
            <a:ext cx="30206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עליית סיגנל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froginwater</a:t>
            </a: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 בעת חצייה מוצלחת</a:t>
            </a:r>
            <a:endParaRPr kumimoji="0" lang="en-IL" sz="2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251990F-9DB9-6EDC-ED91-DD5D091274F6}"/>
              </a:ext>
            </a:extLst>
          </p:cNvPr>
          <p:cNvSpPr/>
          <p:nvPr/>
        </p:nvSpPr>
        <p:spPr>
          <a:xfrm>
            <a:off x="9004718" y="2924421"/>
            <a:ext cx="248574" cy="18346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AA3C3C1-06EC-833C-D8A3-A6F2FF32E288}"/>
              </a:ext>
            </a:extLst>
          </p:cNvPr>
          <p:cNvSpPr/>
          <p:nvPr/>
        </p:nvSpPr>
        <p:spPr>
          <a:xfrm>
            <a:off x="6246135" y="2996276"/>
            <a:ext cx="1563916" cy="301411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EB286D-DCE5-8CB4-92A0-D59B8F6DA0BF}"/>
              </a:ext>
            </a:extLst>
          </p:cNvPr>
          <p:cNvSpPr txBox="1"/>
          <p:nvPr/>
        </p:nvSpPr>
        <p:spPr>
          <a:xfrm>
            <a:off x="6064098" y="5053374"/>
            <a:ext cx="1840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נעבור לחלק הרלוונטי בקוד:</a:t>
            </a:r>
            <a:endParaRPr kumimoji="0" lang="en-IL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9B75A3-8B46-409F-7539-D74EFF389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84" y="3971214"/>
            <a:ext cx="5731510" cy="263906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247636D8-2BD8-9014-8CD9-2515FD5D984B}"/>
              </a:ext>
            </a:extLst>
          </p:cNvPr>
          <p:cNvSpPr/>
          <p:nvPr/>
        </p:nvSpPr>
        <p:spPr>
          <a:xfrm>
            <a:off x="7689376" y="2313306"/>
            <a:ext cx="1563916" cy="301411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9451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" grpId="0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9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AD2370-9E13-4D58-675A-F814DABF2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cartoon of a tropical island with palm trees&#10;&#10;AI-generated content may be incorrect.">
            <a:extLst>
              <a:ext uri="{FF2B5EF4-FFF2-40B4-BE49-F238E27FC236}">
                <a16:creationId xmlns:a16="http://schemas.microsoft.com/office/drawing/2014/main" id="{EDD9A6FE-6B75-33CE-3F5B-27E9EE04FFE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5" y="-47383"/>
            <a:ext cx="12133385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76ACA30-A82F-C163-1374-DF07E45FE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5015" y="551069"/>
            <a:ext cx="4620584" cy="7603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he-IL" dirty="0"/>
              <a:t>סיכום ומסקנות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3B7AB2C-F9C2-B298-0694-598C1B742BC7}"/>
              </a:ext>
            </a:extLst>
          </p:cNvPr>
          <p:cNvSpPr txBox="1">
            <a:spLocks/>
          </p:cNvSpPr>
          <p:nvPr/>
        </p:nvSpPr>
        <p:spPr>
          <a:xfrm>
            <a:off x="2743200" y="2188613"/>
            <a:ext cx="7127246" cy="2386008"/>
          </a:xfrm>
          <a:custGeom>
            <a:avLst/>
            <a:gdLst>
              <a:gd name="connsiteX0" fmla="*/ 0 w 7127246"/>
              <a:gd name="connsiteY0" fmla="*/ 0 h 2386008"/>
              <a:gd name="connsiteX1" fmla="*/ 380120 w 7127246"/>
              <a:gd name="connsiteY1" fmla="*/ 0 h 2386008"/>
              <a:gd name="connsiteX2" fmla="*/ 902784 w 7127246"/>
              <a:gd name="connsiteY2" fmla="*/ 0 h 2386008"/>
              <a:gd name="connsiteX3" fmla="*/ 1354177 w 7127246"/>
              <a:gd name="connsiteY3" fmla="*/ 0 h 2386008"/>
              <a:gd name="connsiteX4" fmla="*/ 1734297 w 7127246"/>
              <a:gd name="connsiteY4" fmla="*/ 0 h 2386008"/>
              <a:gd name="connsiteX5" fmla="*/ 2470779 w 7127246"/>
              <a:gd name="connsiteY5" fmla="*/ 0 h 2386008"/>
              <a:gd name="connsiteX6" fmla="*/ 2993443 w 7127246"/>
              <a:gd name="connsiteY6" fmla="*/ 0 h 2386008"/>
              <a:gd name="connsiteX7" fmla="*/ 3729925 w 7127246"/>
              <a:gd name="connsiteY7" fmla="*/ 0 h 2386008"/>
              <a:gd name="connsiteX8" fmla="*/ 4323863 w 7127246"/>
              <a:gd name="connsiteY8" fmla="*/ 0 h 2386008"/>
              <a:gd name="connsiteX9" fmla="*/ 4989072 w 7127246"/>
              <a:gd name="connsiteY9" fmla="*/ 0 h 2386008"/>
              <a:gd name="connsiteX10" fmla="*/ 5583009 w 7127246"/>
              <a:gd name="connsiteY10" fmla="*/ 0 h 2386008"/>
              <a:gd name="connsiteX11" fmla="*/ 5963129 w 7127246"/>
              <a:gd name="connsiteY11" fmla="*/ 0 h 2386008"/>
              <a:gd name="connsiteX12" fmla="*/ 6557066 w 7127246"/>
              <a:gd name="connsiteY12" fmla="*/ 0 h 2386008"/>
              <a:gd name="connsiteX13" fmla="*/ 7127246 w 7127246"/>
              <a:gd name="connsiteY13" fmla="*/ 0 h 2386008"/>
              <a:gd name="connsiteX14" fmla="*/ 7127246 w 7127246"/>
              <a:gd name="connsiteY14" fmla="*/ 524922 h 2386008"/>
              <a:gd name="connsiteX15" fmla="*/ 7127246 w 7127246"/>
              <a:gd name="connsiteY15" fmla="*/ 1073704 h 2386008"/>
              <a:gd name="connsiteX16" fmla="*/ 7127246 w 7127246"/>
              <a:gd name="connsiteY16" fmla="*/ 1598625 h 2386008"/>
              <a:gd name="connsiteX17" fmla="*/ 7127246 w 7127246"/>
              <a:gd name="connsiteY17" fmla="*/ 2386008 h 2386008"/>
              <a:gd name="connsiteX18" fmla="*/ 6675854 w 7127246"/>
              <a:gd name="connsiteY18" fmla="*/ 2386008 h 2386008"/>
              <a:gd name="connsiteX19" fmla="*/ 6081917 w 7127246"/>
              <a:gd name="connsiteY19" fmla="*/ 2386008 h 2386008"/>
              <a:gd name="connsiteX20" fmla="*/ 5487979 w 7127246"/>
              <a:gd name="connsiteY20" fmla="*/ 2386008 h 2386008"/>
              <a:gd name="connsiteX21" fmla="*/ 4822770 w 7127246"/>
              <a:gd name="connsiteY21" fmla="*/ 2386008 h 2386008"/>
              <a:gd name="connsiteX22" fmla="*/ 4228833 w 7127246"/>
              <a:gd name="connsiteY22" fmla="*/ 2386008 h 2386008"/>
              <a:gd name="connsiteX23" fmla="*/ 3848713 w 7127246"/>
              <a:gd name="connsiteY23" fmla="*/ 2386008 h 2386008"/>
              <a:gd name="connsiteX24" fmla="*/ 3254776 w 7127246"/>
              <a:gd name="connsiteY24" fmla="*/ 2386008 h 2386008"/>
              <a:gd name="connsiteX25" fmla="*/ 2874656 w 7127246"/>
              <a:gd name="connsiteY25" fmla="*/ 2386008 h 2386008"/>
              <a:gd name="connsiteX26" fmla="*/ 2423264 w 7127246"/>
              <a:gd name="connsiteY26" fmla="*/ 2386008 h 2386008"/>
              <a:gd name="connsiteX27" fmla="*/ 1900599 w 7127246"/>
              <a:gd name="connsiteY27" fmla="*/ 2386008 h 2386008"/>
              <a:gd name="connsiteX28" fmla="*/ 1520479 w 7127246"/>
              <a:gd name="connsiteY28" fmla="*/ 2386008 h 2386008"/>
              <a:gd name="connsiteX29" fmla="*/ 783997 w 7127246"/>
              <a:gd name="connsiteY29" fmla="*/ 2386008 h 2386008"/>
              <a:gd name="connsiteX30" fmla="*/ 0 w 7127246"/>
              <a:gd name="connsiteY30" fmla="*/ 2386008 h 2386008"/>
              <a:gd name="connsiteX31" fmla="*/ 0 w 7127246"/>
              <a:gd name="connsiteY31" fmla="*/ 1813366 h 2386008"/>
              <a:gd name="connsiteX32" fmla="*/ 0 w 7127246"/>
              <a:gd name="connsiteY32" fmla="*/ 1193004 h 2386008"/>
              <a:gd name="connsiteX33" fmla="*/ 0 w 7127246"/>
              <a:gd name="connsiteY33" fmla="*/ 572642 h 2386008"/>
              <a:gd name="connsiteX34" fmla="*/ 0 w 7127246"/>
              <a:gd name="connsiteY34" fmla="*/ 0 h 2386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27246" h="2386008" fill="none" extrusionOk="0">
                <a:moveTo>
                  <a:pt x="0" y="0"/>
                </a:moveTo>
                <a:cubicBezTo>
                  <a:pt x="122179" y="-12349"/>
                  <a:pt x="254098" y="10997"/>
                  <a:pt x="380120" y="0"/>
                </a:cubicBezTo>
                <a:cubicBezTo>
                  <a:pt x="506142" y="-10997"/>
                  <a:pt x="727586" y="15458"/>
                  <a:pt x="902784" y="0"/>
                </a:cubicBezTo>
                <a:cubicBezTo>
                  <a:pt x="1077982" y="-15458"/>
                  <a:pt x="1206639" y="22846"/>
                  <a:pt x="1354177" y="0"/>
                </a:cubicBezTo>
                <a:cubicBezTo>
                  <a:pt x="1501715" y="-22846"/>
                  <a:pt x="1570102" y="13757"/>
                  <a:pt x="1734297" y="0"/>
                </a:cubicBezTo>
                <a:cubicBezTo>
                  <a:pt x="1898492" y="-13757"/>
                  <a:pt x="2262572" y="28396"/>
                  <a:pt x="2470779" y="0"/>
                </a:cubicBezTo>
                <a:cubicBezTo>
                  <a:pt x="2678986" y="-28396"/>
                  <a:pt x="2792903" y="34095"/>
                  <a:pt x="2993443" y="0"/>
                </a:cubicBezTo>
                <a:cubicBezTo>
                  <a:pt x="3193983" y="-34095"/>
                  <a:pt x="3481028" y="2587"/>
                  <a:pt x="3729925" y="0"/>
                </a:cubicBezTo>
                <a:cubicBezTo>
                  <a:pt x="3978822" y="-2587"/>
                  <a:pt x="4197096" y="42972"/>
                  <a:pt x="4323863" y="0"/>
                </a:cubicBezTo>
                <a:cubicBezTo>
                  <a:pt x="4450630" y="-42972"/>
                  <a:pt x="4692815" y="4075"/>
                  <a:pt x="4989072" y="0"/>
                </a:cubicBezTo>
                <a:cubicBezTo>
                  <a:pt x="5285329" y="-4075"/>
                  <a:pt x="5436497" y="66657"/>
                  <a:pt x="5583009" y="0"/>
                </a:cubicBezTo>
                <a:cubicBezTo>
                  <a:pt x="5729521" y="-66657"/>
                  <a:pt x="5841696" y="5801"/>
                  <a:pt x="5963129" y="0"/>
                </a:cubicBezTo>
                <a:cubicBezTo>
                  <a:pt x="6084562" y="-5801"/>
                  <a:pt x="6330613" y="15346"/>
                  <a:pt x="6557066" y="0"/>
                </a:cubicBezTo>
                <a:cubicBezTo>
                  <a:pt x="6783519" y="-15346"/>
                  <a:pt x="6904681" y="17088"/>
                  <a:pt x="7127246" y="0"/>
                </a:cubicBezTo>
                <a:cubicBezTo>
                  <a:pt x="7153564" y="244001"/>
                  <a:pt x="7088348" y="385517"/>
                  <a:pt x="7127246" y="524922"/>
                </a:cubicBezTo>
                <a:cubicBezTo>
                  <a:pt x="7166144" y="664327"/>
                  <a:pt x="7095312" y="874721"/>
                  <a:pt x="7127246" y="1073704"/>
                </a:cubicBezTo>
                <a:cubicBezTo>
                  <a:pt x="7159180" y="1272687"/>
                  <a:pt x="7088489" y="1417755"/>
                  <a:pt x="7127246" y="1598625"/>
                </a:cubicBezTo>
                <a:cubicBezTo>
                  <a:pt x="7166003" y="1779495"/>
                  <a:pt x="7040524" y="2146563"/>
                  <a:pt x="7127246" y="2386008"/>
                </a:cubicBezTo>
                <a:cubicBezTo>
                  <a:pt x="7027401" y="2390575"/>
                  <a:pt x="6879532" y="2355280"/>
                  <a:pt x="6675854" y="2386008"/>
                </a:cubicBezTo>
                <a:cubicBezTo>
                  <a:pt x="6472176" y="2416736"/>
                  <a:pt x="6281832" y="2375255"/>
                  <a:pt x="6081917" y="2386008"/>
                </a:cubicBezTo>
                <a:cubicBezTo>
                  <a:pt x="5882002" y="2396761"/>
                  <a:pt x="5692796" y="2343124"/>
                  <a:pt x="5487979" y="2386008"/>
                </a:cubicBezTo>
                <a:cubicBezTo>
                  <a:pt x="5283162" y="2428892"/>
                  <a:pt x="4978535" y="2383884"/>
                  <a:pt x="4822770" y="2386008"/>
                </a:cubicBezTo>
                <a:cubicBezTo>
                  <a:pt x="4667005" y="2388132"/>
                  <a:pt x="4483460" y="2365991"/>
                  <a:pt x="4228833" y="2386008"/>
                </a:cubicBezTo>
                <a:cubicBezTo>
                  <a:pt x="3974206" y="2406025"/>
                  <a:pt x="3937857" y="2379712"/>
                  <a:pt x="3848713" y="2386008"/>
                </a:cubicBezTo>
                <a:cubicBezTo>
                  <a:pt x="3759569" y="2392304"/>
                  <a:pt x="3502569" y="2359794"/>
                  <a:pt x="3254776" y="2386008"/>
                </a:cubicBezTo>
                <a:cubicBezTo>
                  <a:pt x="3006983" y="2412222"/>
                  <a:pt x="3011855" y="2381746"/>
                  <a:pt x="2874656" y="2386008"/>
                </a:cubicBezTo>
                <a:cubicBezTo>
                  <a:pt x="2737457" y="2390270"/>
                  <a:pt x="2621653" y="2373013"/>
                  <a:pt x="2423264" y="2386008"/>
                </a:cubicBezTo>
                <a:cubicBezTo>
                  <a:pt x="2224875" y="2399003"/>
                  <a:pt x="2140622" y="2332906"/>
                  <a:pt x="1900599" y="2386008"/>
                </a:cubicBezTo>
                <a:cubicBezTo>
                  <a:pt x="1660577" y="2439110"/>
                  <a:pt x="1655687" y="2380273"/>
                  <a:pt x="1520479" y="2386008"/>
                </a:cubicBezTo>
                <a:cubicBezTo>
                  <a:pt x="1385271" y="2391743"/>
                  <a:pt x="953557" y="2385161"/>
                  <a:pt x="783997" y="2386008"/>
                </a:cubicBezTo>
                <a:cubicBezTo>
                  <a:pt x="614437" y="2386855"/>
                  <a:pt x="250274" y="2332213"/>
                  <a:pt x="0" y="2386008"/>
                </a:cubicBezTo>
                <a:cubicBezTo>
                  <a:pt x="-47100" y="2263357"/>
                  <a:pt x="18408" y="1951805"/>
                  <a:pt x="0" y="1813366"/>
                </a:cubicBezTo>
                <a:cubicBezTo>
                  <a:pt x="-18408" y="1674927"/>
                  <a:pt x="24153" y="1393636"/>
                  <a:pt x="0" y="1193004"/>
                </a:cubicBezTo>
                <a:cubicBezTo>
                  <a:pt x="-24153" y="992372"/>
                  <a:pt x="54597" y="830322"/>
                  <a:pt x="0" y="572642"/>
                </a:cubicBezTo>
                <a:cubicBezTo>
                  <a:pt x="-54597" y="314962"/>
                  <a:pt x="8920" y="224536"/>
                  <a:pt x="0" y="0"/>
                </a:cubicBezTo>
                <a:close/>
              </a:path>
              <a:path w="7127246" h="2386008" stroke="0" extrusionOk="0">
                <a:moveTo>
                  <a:pt x="0" y="0"/>
                </a:moveTo>
                <a:cubicBezTo>
                  <a:pt x="127263" y="-82"/>
                  <a:pt x="330995" y="41199"/>
                  <a:pt x="451392" y="0"/>
                </a:cubicBezTo>
                <a:cubicBezTo>
                  <a:pt x="571789" y="-41199"/>
                  <a:pt x="947527" y="8359"/>
                  <a:pt x="1187874" y="0"/>
                </a:cubicBezTo>
                <a:cubicBezTo>
                  <a:pt x="1428221" y="-8359"/>
                  <a:pt x="1504928" y="61108"/>
                  <a:pt x="1710539" y="0"/>
                </a:cubicBezTo>
                <a:cubicBezTo>
                  <a:pt x="1916150" y="-61108"/>
                  <a:pt x="2059388" y="27538"/>
                  <a:pt x="2233204" y="0"/>
                </a:cubicBezTo>
                <a:cubicBezTo>
                  <a:pt x="2407021" y="-27538"/>
                  <a:pt x="2515079" y="41697"/>
                  <a:pt x="2755868" y="0"/>
                </a:cubicBezTo>
                <a:cubicBezTo>
                  <a:pt x="2996657" y="-41697"/>
                  <a:pt x="3135216" y="7617"/>
                  <a:pt x="3421078" y="0"/>
                </a:cubicBezTo>
                <a:cubicBezTo>
                  <a:pt x="3706940" y="-7617"/>
                  <a:pt x="3811891" y="33660"/>
                  <a:pt x="3943743" y="0"/>
                </a:cubicBezTo>
                <a:cubicBezTo>
                  <a:pt x="4075596" y="-33660"/>
                  <a:pt x="4354207" y="66546"/>
                  <a:pt x="4537680" y="0"/>
                </a:cubicBezTo>
                <a:cubicBezTo>
                  <a:pt x="4721153" y="-66546"/>
                  <a:pt x="5120204" y="66671"/>
                  <a:pt x="5274162" y="0"/>
                </a:cubicBezTo>
                <a:cubicBezTo>
                  <a:pt x="5428120" y="-66671"/>
                  <a:pt x="5860559" y="23831"/>
                  <a:pt x="6010644" y="0"/>
                </a:cubicBezTo>
                <a:cubicBezTo>
                  <a:pt x="6160729" y="-23831"/>
                  <a:pt x="6329329" y="41798"/>
                  <a:pt x="6533309" y="0"/>
                </a:cubicBezTo>
                <a:cubicBezTo>
                  <a:pt x="6737290" y="-41798"/>
                  <a:pt x="6881896" y="61774"/>
                  <a:pt x="7127246" y="0"/>
                </a:cubicBezTo>
                <a:cubicBezTo>
                  <a:pt x="7166810" y="202975"/>
                  <a:pt x="7106885" y="316351"/>
                  <a:pt x="7127246" y="620362"/>
                </a:cubicBezTo>
                <a:cubicBezTo>
                  <a:pt x="7147607" y="924373"/>
                  <a:pt x="7079759" y="949345"/>
                  <a:pt x="7127246" y="1145284"/>
                </a:cubicBezTo>
                <a:cubicBezTo>
                  <a:pt x="7174733" y="1341223"/>
                  <a:pt x="7093151" y="1516502"/>
                  <a:pt x="7127246" y="1670206"/>
                </a:cubicBezTo>
                <a:cubicBezTo>
                  <a:pt x="7161341" y="1823910"/>
                  <a:pt x="7071632" y="2089342"/>
                  <a:pt x="7127246" y="2386008"/>
                </a:cubicBezTo>
                <a:cubicBezTo>
                  <a:pt x="6986922" y="2410741"/>
                  <a:pt x="6854383" y="2337455"/>
                  <a:pt x="6675854" y="2386008"/>
                </a:cubicBezTo>
                <a:cubicBezTo>
                  <a:pt x="6497325" y="2434561"/>
                  <a:pt x="6104865" y="2383824"/>
                  <a:pt x="5939372" y="2386008"/>
                </a:cubicBezTo>
                <a:cubicBezTo>
                  <a:pt x="5773879" y="2388192"/>
                  <a:pt x="5438835" y="2339151"/>
                  <a:pt x="5202890" y="2386008"/>
                </a:cubicBezTo>
                <a:cubicBezTo>
                  <a:pt x="4966945" y="2432865"/>
                  <a:pt x="4870682" y="2376153"/>
                  <a:pt x="4680225" y="2386008"/>
                </a:cubicBezTo>
                <a:cubicBezTo>
                  <a:pt x="4489769" y="2395863"/>
                  <a:pt x="4263616" y="2375431"/>
                  <a:pt x="4015015" y="2386008"/>
                </a:cubicBezTo>
                <a:cubicBezTo>
                  <a:pt x="3766414" y="2396585"/>
                  <a:pt x="3690001" y="2365457"/>
                  <a:pt x="3492351" y="2386008"/>
                </a:cubicBezTo>
                <a:cubicBezTo>
                  <a:pt x="3294701" y="2406559"/>
                  <a:pt x="3237311" y="2360312"/>
                  <a:pt x="3112231" y="2386008"/>
                </a:cubicBezTo>
                <a:cubicBezTo>
                  <a:pt x="2987151" y="2411704"/>
                  <a:pt x="2824446" y="2378191"/>
                  <a:pt x="2732111" y="2386008"/>
                </a:cubicBezTo>
                <a:cubicBezTo>
                  <a:pt x="2639776" y="2393825"/>
                  <a:pt x="2362767" y="2370932"/>
                  <a:pt x="1995629" y="2386008"/>
                </a:cubicBezTo>
                <a:cubicBezTo>
                  <a:pt x="1628491" y="2401084"/>
                  <a:pt x="1690934" y="2379242"/>
                  <a:pt x="1472964" y="2386008"/>
                </a:cubicBezTo>
                <a:cubicBezTo>
                  <a:pt x="1254995" y="2392774"/>
                  <a:pt x="1063534" y="2378372"/>
                  <a:pt x="950299" y="2386008"/>
                </a:cubicBezTo>
                <a:cubicBezTo>
                  <a:pt x="837065" y="2393644"/>
                  <a:pt x="229168" y="2371294"/>
                  <a:pt x="0" y="2386008"/>
                </a:cubicBezTo>
                <a:cubicBezTo>
                  <a:pt x="-45482" y="2218138"/>
                  <a:pt x="20328" y="1945988"/>
                  <a:pt x="0" y="1741786"/>
                </a:cubicBezTo>
                <a:cubicBezTo>
                  <a:pt x="-20328" y="1537584"/>
                  <a:pt x="23637" y="1297785"/>
                  <a:pt x="0" y="1121424"/>
                </a:cubicBezTo>
                <a:cubicBezTo>
                  <a:pt x="-23637" y="945063"/>
                  <a:pt x="131192" y="47901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0"/>
                  <a:lumOff val="100000"/>
                  <a:alpha val="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2700000" scaled="1"/>
            <a:tileRect/>
          </a:gradFill>
          <a:ln w="57150">
            <a:gradFill flip="none" rotWithShape="1">
              <a:gsLst>
                <a:gs pos="0">
                  <a:schemeClr val="accent4">
                    <a:lumMod val="5000"/>
                    <a:lumOff val="95000"/>
                  </a:schemeClr>
                </a:gs>
                <a:gs pos="74000">
                  <a:schemeClr val="accent4">
                    <a:lumMod val="45000"/>
                    <a:lumOff val="55000"/>
                  </a:schemeClr>
                </a:gs>
                <a:gs pos="83000">
                  <a:schemeClr val="accent4">
                    <a:lumMod val="45000"/>
                    <a:lumOff val="55000"/>
                  </a:schemeClr>
                </a:gs>
                <a:gs pos="100000">
                  <a:schemeClr val="accent4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extLst>
              <a:ext uri="{C807C97D-BFC1-408E-A445-0C87EB9F89A2}">
                <ask:lineSketchStyleProps xmlns:ask="http://schemas.microsoft.com/office/drawing/2018/sketchyshapes" sd="113565401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ctr" rtl="1"/>
            <a:r>
              <a:rPr lang="he-IL" sz="3200" b="1" dirty="0"/>
              <a:t>תכנון פרויקט וחלוקה למשימות קטנות</a:t>
            </a:r>
          </a:p>
          <a:p>
            <a:pPr marL="342900" indent="-342900" algn="ctr" rtl="1"/>
            <a:r>
              <a:rPr lang="he-IL" sz="3200" b="1" dirty="0" err="1"/>
              <a:t>חזיוק</a:t>
            </a:r>
            <a:r>
              <a:rPr lang="he-IL" sz="3200" b="1" dirty="0"/>
              <a:t> יכולות </a:t>
            </a:r>
            <a:r>
              <a:rPr lang="en-US" sz="3200" b="1" dirty="0"/>
              <a:t>system </a:t>
            </a:r>
            <a:r>
              <a:rPr lang="en-US" sz="3200" b="1" dirty="0" err="1"/>
              <a:t>verilog</a:t>
            </a:r>
            <a:endParaRPr lang="he-IL" sz="3200" b="1" dirty="0"/>
          </a:p>
          <a:p>
            <a:pPr marL="342900" indent="-342900" algn="ctr" rtl="1"/>
            <a:r>
              <a:rPr lang="he-IL" sz="3200" b="1" dirty="0"/>
              <a:t>עבודה בצוות</a:t>
            </a:r>
          </a:p>
          <a:p>
            <a:pPr marL="342900" indent="-342900" algn="ctr" rtl="1"/>
            <a:r>
              <a:rPr lang="he-IL" sz="3200" b="1" dirty="0"/>
              <a:t>חלוקת זמן נכונה</a:t>
            </a:r>
          </a:p>
        </p:txBody>
      </p:sp>
    </p:spTree>
    <p:extLst>
      <p:ext uri="{BB962C8B-B14F-4D97-AF65-F5344CB8AC3E}">
        <p14:creationId xmlns:p14="http://schemas.microsoft.com/office/powerpoint/2010/main" val="2287971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445</Words>
  <Application>Microsoft Office PowerPoint</Application>
  <PresentationFormat>Widescreen</PresentationFormat>
  <Paragraphs>100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Algerian</vt:lpstr>
      <vt:lpstr>Aptos</vt:lpstr>
      <vt:lpstr>Aptos Display</vt:lpstr>
      <vt:lpstr>Arial</vt:lpstr>
      <vt:lpstr>Century Gothic</vt:lpstr>
      <vt:lpstr>Guttman Hatzvi</vt:lpstr>
      <vt:lpstr>Heebo</vt:lpstr>
      <vt:lpstr>Wingdings</vt:lpstr>
      <vt:lpstr>Office Theme</vt:lpstr>
      <vt:lpstr>PowerPoint Presentation</vt:lpstr>
      <vt:lpstr>אפיון הפרויקט דרישות</vt:lpstr>
      <vt:lpstr>אפיון הפרויקט יצירה</vt:lpstr>
      <vt:lpstr>ממשקי המערכת</vt:lpstr>
      <vt:lpstr>תמונות של מסכי המשחק</vt:lpstr>
      <vt:lpstr>תמונות של מסכי המשחק</vt:lpstr>
      <vt:lpstr>תמונות של מסכי המשחק</vt:lpstr>
      <vt:lpstr>תמונות של מסכי המשחק</vt:lpstr>
      <vt:lpstr>הוראות הפעולה</vt:lpstr>
      <vt:lpstr>תמונות של מסכי המשחק</vt:lpstr>
      <vt:lpstr>שרטוט הירארכיה עליונה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סיכום ומסקנות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Senial Yassin</dc:creator>
  <cp:lastModifiedBy>Senial Yassin</cp:lastModifiedBy>
  <cp:revision>2</cp:revision>
  <dcterms:created xsi:type="dcterms:W3CDTF">2025-07-03T12:01:56Z</dcterms:created>
  <dcterms:modified xsi:type="dcterms:W3CDTF">2025-07-09T09:14:04Z</dcterms:modified>
</cp:coreProperties>
</file>